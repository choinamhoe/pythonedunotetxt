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518" r:id="rId2"/>
    <p:sldId id="280" r:id="rId3"/>
    <p:sldId id="1524" r:id="rId4"/>
    <p:sldId id="1514" r:id="rId5"/>
    <p:sldId id="1519" r:id="rId6"/>
    <p:sldId id="1517" r:id="rId7"/>
    <p:sldId id="1525" r:id="rId8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C99A4-96A3-47A5-915B-ED6803318BE3}" v="6" dt="2023-12-08T02:47:46.917"/>
    <p1510:client id="{FB11420A-3BD7-4B33-979A-14639BF62873}" v="3" dt="2023-12-08T04:02:04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0" autoAdjust="0"/>
    <p:restoredTop sz="94660"/>
  </p:normalViewPr>
  <p:slideViewPr>
    <p:cSldViewPr>
      <p:cViewPr varScale="1">
        <p:scale>
          <a:sx n="58" d="100"/>
          <a:sy n="58" d="100"/>
        </p:scale>
        <p:origin x="1572" y="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021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관리자" userId="5d01e66d-b35a-4e8a-b29e-8b191b24f2bd" providerId="ADAL" clId="{D92C99A4-96A3-47A5-915B-ED6803318BE3}"/>
    <pc:docChg chg="undo custSel addSld delSld modSld sldOrd addMainMaster delMainMaster modMainMaster">
      <pc:chgData name="관리자" userId="5d01e66d-b35a-4e8a-b29e-8b191b24f2bd" providerId="ADAL" clId="{D92C99A4-96A3-47A5-915B-ED6803318BE3}" dt="2023-12-08T04:00:32.614" v="3316" actId="20577"/>
      <pc:docMkLst>
        <pc:docMk/>
      </pc:docMkLst>
      <pc:sldChg chg="addSp delSp modSp del mod">
        <pc:chgData name="관리자" userId="5d01e66d-b35a-4e8a-b29e-8b191b24f2bd" providerId="ADAL" clId="{D92C99A4-96A3-47A5-915B-ED6803318BE3}" dt="2023-12-08T03:30:02.077" v="1151" actId="47"/>
        <pc:sldMkLst>
          <pc:docMk/>
          <pc:sldMk cId="1877720288" sldId="257"/>
        </pc:sldMkLst>
        <pc:spChg chg="add del mod">
          <ac:chgData name="관리자" userId="5d01e66d-b35a-4e8a-b29e-8b191b24f2bd" providerId="ADAL" clId="{D92C99A4-96A3-47A5-915B-ED6803318BE3}" dt="2023-12-08T02:54:58.868" v="209" actId="21"/>
          <ac:spMkLst>
            <pc:docMk/>
            <pc:sldMk cId="1877720288" sldId="257"/>
            <ac:spMk id="5" creationId="{96F9F9D6-0963-B06F-840D-F1E8268A0D2D}"/>
          </ac:spMkLst>
        </pc:spChg>
        <pc:spChg chg="add del">
          <ac:chgData name="관리자" userId="5d01e66d-b35a-4e8a-b29e-8b191b24f2bd" providerId="ADAL" clId="{D92C99A4-96A3-47A5-915B-ED6803318BE3}" dt="2023-12-08T02:54:58.868" v="209" actId="21"/>
          <ac:spMkLst>
            <pc:docMk/>
            <pc:sldMk cId="1877720288" sldId="257"/>
            <ac:spMk id="14" creationId="{00000000-0000-0000-0000-000000000000}"/>
          </ac:spMkLst>
        </pc:spChg>
        <pc:grpChg chg="add del">
          <ac:chgData name="관리자" userId="5d01e66d-b35a-4e8a-b29e-8b191b24f2bd" providerId="ADAL" clId="{D92C99A4-96A3-47A5-915B-ED6803318BE3}" dt="2023-12-08T02:54:58.868" v="209" actId="21"/>
          <ac:grpSpMkLst>
            <pc:docMk/>
            <pc:sldMk cId="1877720288" sldId="257"/>
            <ac:grpSpMk id="11" creationId="{00000000-0000-0000-0000-000000000000}"/>
          </ac:grpSpMkLst>
        </pc:grpChg>
        <pc:graphicFrameChg chg="add del mod modGraphic">
          <ac:chgData name="관리자" userId="5d01e66d-b35a-4e8a-b29e-8b191b24f2bd" providerId="ADAL" clId="{D92C99A4-96A3-47A5-915B-ED6803318BE3}" dt="2023-12-08T03:29:54.276" v="1148" actId="21"/>
          <ac:graphicFrameMkLst>
            <pc:docMk/>
            <pc:sldMk cId="1877720288" sldId="257"/>
            <ac:graphicFrameMk id="4" creationId="{00000000-0000-0000-0000-000000000000}"/>
          </ac:graphicFrameMkLst>
        </pc:graphicFrameChg>
      </pc:sldChg>
      <pc:sldChg chg="delSp del mod">
        <pc:chgData name="관리자" userId="5d01e66d-b35a-4e8a-b29e-8b191b24f2bd" providerId="ADAL" clId="{D92C99A4-96A3-47A5-915B-ED6803318BE3}" dt="2023-12-08T03:39:21.120" v="2274" actId="47"/>
        <pc:sldMkLst>
          <pc:docMk/>
          <pc:sldMk cId="1236798653" sldId="259"/>
        </pc:sldMkLst>
        <pc:graphicFrameChg chg="del">
          <ac:chgData name="관리자" userId="5d01e66d-b35a-4e8a-b29e-8b191b24f2bd" providerId="ADAL" clId="{D92C99A4-96A3-47A5-915B-ED6803318BE3}" dt="2023-12-08T03:39:11.854" v="2271" actId="21"/>
          <ac:graphicFrameMkLst>
            <pc:docMk/>
            <pc:sldMk cId="1236798653" sldId="259"/>
            <ac:graphicFrameMk id="8" creationId="{00000000-0000-0000-0000-000000000000}"/>
          </ac:graphicFrameMkLst>
        </pc:graphicFrameChg>
      </pc:sldChg>
      <pc:sldChg chg="modSp del">
        <pc:chgData name="관리자" userId="5d01e66d-b35a-4e8a-b29e-8b191b24f2bd" providerId="ADAL" clId="{D92C99A4-96A3-47A5-915B-ED6803318BE3}" dt="2023-12-08T03:12:37.657" v="909" actId="47"/>
        <pc:sldMkLst>
          <pc:docMk/>
          <pc:sldMk cId="1741277950" sldId="260"/>
        </pc:sldMkLst>
        <pc:picChg chg="mod">
          <ac:chgData name="관리자" userId="5d01e66d-b35a-4e8a-b29e-8b191b24f2bd" providerId="ADAL" clId="{D92C99A4-96A3-47A5-915B-ED6803318BE3}" dt="2023-12-08T02:47:46.916" v="8" actId="1076"/>
          <ac:picMkLst>
            <pc:docMk/>
            <pc:sldMk cId="1741277950" sldId="260"/>
            <ac:picMk id="3" creationId="{00000000-0000-0000-0000-000000000000}"/>
          </ac:picMkLst>
        </pc:picChg>
      </pc:sldChg>
      <pc:sldChg chg="modSp del">
        <pc:chgData name="관리자" userId="5d01e66d-b35a-4e8a-b29e-8b191b24f2bd" providerId="ADAL" clId="{D92C99A4-96A3-47A5-915B-ED6803318BE3}" dt="2023-12-08T03:12:37.657" v="909" actId="47"/>
        <pc:sldMkLst>
          <pc:docMk/>
          <pc:sldMk cId="1349334782" sldId="261"/>
        </pc:sldMkLst>
        <pc:picChg chg="mod">
          <ac:chgData name="관리자" userId="5d01e66d-b35a-4e8a-b29e-8b191b24f2bd" providerId="ADAL" clId="{D92C99A4-96A3-47A5-915B-ED6803318BE3}" dt="2023-12-08T02:47:31.855" v="6" actId="1076"/>
          <ac:picMkLst>
            <pc:docMk/>
            <pc:sldMk cId="1349334782" sldId="261"/>
            <ac:picMk id="3" creationId="{00000000-0000-0000-0000-000000000000}"/>
          </ac:picMkLst>
        </pc:picChg>
      </pc:sldChg>
      <pc:sldChg chg="modSp del">
        <pc:chgData name="관리자" userId="5d01e66d-b35a-4e8a-b29e-8b191b24f2bd" providerId="ADAL" clId="{D92C99A4-96A3-47A5-915B-ED6803318BE3}" dt="2023-12-08T02:47:29.585" v="5" actId="47"/>
        <pc:sldMkLst>
          <pc:docMk/>
          <pc:sldMk cId="395842981" sldId="264"/>
        </pc:sldMkLst>
        <pc:picChg chg="mod">
          <ac:chgData name="관리자" userId="5d01e66d-b35a-4e8a-b29e-8b191b24f2bd" providerId="ADAL" clId="{D92C99A4-96A3-47A5-915B-ED6803318BE3}" dt="2023-12-08T02:47:24.998" v="4" actId="1076"/>
          <ac:picMkLst>
            <pc:docMk/>
            <pc:sldMk cId="395842981" sldId="264"/>
            <ac:picMk id="6146" creationId="{00000000-0000-0000-0000-000000000000}"/>
          </ac:picMkLst>
        </pc:picChg>
      </pc:sldChg>
      <pc:sldChg chg="del">
        <pc:chgData name="관리자" userId="5d01e66d-b35a-4e8a-b29e-8b191b24f2bd" providerId="ADAL" clId="{D92C99A4-96A3-47A5-915B-ED6803318BE3}" dt="2023-12-08T02:46:59.986" v="0" actId="47"/>
        <pc:sldMkLst>
          <pc:docMk/>
          <pc:sldMk cId="177984576" sldId="265"/>
        </pc:sldMkLst>
      </pc:sldChg>
      <pc:sldChg chg="modSp del">
        <pc:chgData name="관리자" userId="5d01e66d-b35a-4e8a-b29e-8b191b24f2bd" providerId="ADAL" clId="{D92C99A4-96A3-47A5-915B-ED6803318BE3}" dt="2023-12-08T03:12:37.657" v="909" actId="47"/>
        <pc:sldMkLst>
          <pc:docMk/>
          <pc:sldMk cId="323024377" sldId="270"/>
        </pc:sldMkLst>
        <pc:picChg chg="mod">
          <ac:chgData name="관리자" userId="5d01e66d-b35a-4e8a-b29e-8b191b24f2bd" providerId="ADAL" clId="{D92C99A4-96A3-47A5-915B-ED6803318BE3}" dt="2023-12-08T02:47:20.469" v="3" actId="1076"/>
          <ac:picMkLst>
            <pc:docMk/>
            <pc:sldMk cId="323024377" sldId="270"/>
            <ac:picMk id="5122" creationId="{00000000-0000-0000-0000-000000000000}"/>
          </ac:picMkLst>
        </pc:picChg>
      </pc:sldChg>
      <pc:sldChg chg="modSp del">
        <pc:chgData name="관리자" userId="5d01e66d-b35a-4e8a-b29e-8b191b24f2bd" providerId="ADAL" clId="{D92C99A4-96A3-47A5-915B-ED6803318BE3}" dt="2023-12-08T03:12:37.657" v="909" actId="47"/>
        <pc:sldMkLst>
          <pc:docMk/>
          <pc:sldMk cId="1211807725" sldId="272"/>
        </pc:sldMkLst>
        <pc:picChg chg="mod">
          <ac:chgData name="관리자" userId="5d01e66d-b35a-4e8a-b29e-8b191b24f2bd" providerId="ADAL" clId="{D92C99A4-96A3-47A5-915B-ED6803318BE3}" dt="2023-12-08T02:47:15.980" v="2" actId="1076"/>
          <ac:picMkLst>
            <pc:docMk/>
            <pc:sldMk cId="1211807725" sldId="272"/>
            <ac:picMk id="3" creationId="{00000000-0000-0000-0000-000000000000}"/>
          </ac:picMkLst>
        </pc:picChg>
      </pc:sldChg>
      <pc:sldChg chg="modSp new del mod">
        <pc:chgData name="관리자" userId="5d01e66d-b35a-4e8a-b29e-8b191b24f2bd" providerId="ADAL" clId="{D92C99A4-96A3-47A5-915B-ED6803318BE3}" dt="2023-12-08T03:09:18.225" v="664" actId="47"/>
        <pc:sldMkLst>
          <pc:docMk/>
          <pc:sldMk cId="1460094040" sldId="273"/>
        </pc:sldMkLst>
        <pc:spChg chg="mod">
          <ac:chgData name="관리자" userId="5d01e66d-b35a-4e8a-b29e-8b191b24f2bd" providerId="ADAL" clId="{D92C99A4-96A3-47A5-915B-ED6803318BE3}" dt="2023-12-08T02:58:48.489" v="357" actId="20577"/>
          <ac:spMkLst>
            <pc:docMk/>
            <pc:sldMk cId="1460094040" sldId="273"/>
            <ac:spMk id="2" creationId="{559CF901-89FB-9288-291D-506858B23E3C}"/>
          </ac:spMkLst>
        </pc:spChg>
      </pc:sldChg>
      <pc:sldChg chg="del">
        <pc:chgData name="관리자" userId="5d01e66d-b35a-4e8a-b29e-8b191b24f2bd" providerId="ADAL" clId="{D92C99A4-96A3-47A5-915B-ED6803318BE3}" dt="2023-12-08T02:47:06.977" v="1" actId="47"/>
        <pc:sldMkLst>
          <pc:docMk/>
          <pc:sldMk cId="1934173782" sldId="273"/>
        </pc:sldMkLst>
      </pc:sldChg>
      <pc:sldChg chg="addSp delSp modSp new del ord">
        <pc:chgData name="관리자" userId="5d01e66d-b35a-4e8a-b29e-8b191b24f2bd" providerId="ADAL" clId="{D92C99A4-96A3-47A5-915B-ED6803318BE3}" dt="2023-12-08T02:58:37.460" v="316" actId="47"/>
        <pc:sldMkLst>
          <pc:docMk/>
          <pc:sldMk cId="3844836026" sldId="273"/>
        </pc:sldMkLst>
        <pc:spChg chg="mod">
          <ac:chgData name="관리자" userId="5d01e66d-b35a-4e8a-b29e-8b191b24f2bd" providerId="ADAL" clId="{D92C99A4-96A3-47A5-915B-ED6803318BE3}" dt="2023-12-08T02:54:53.104" v="207"/>
          <ac:spMkLst>
            <pc:docMk/>
            <pc:sldMk cId="3844836026" sldId="273"/>
            <ac:spMk id="4" creationId="{619D9C11-9225-349C-359D-9CD50E97C230}"/>
          </ac:spMkLst>
        </pc:spChg>
        <pc:spChg chg="add del mod">
          <ac:chgData name="관리자" userId="5d01e66d-b35a-4e8a-b29e-8b191b24f2bd" providerId="ADAL" clId="{D92C99A4-96A3-47A5-915B-ED6803318BE3}" dt="2023-12-08T02:54:58.094" v="208"/>
          <ac:spMkLst>
            <pc:docMk/>
            <pc:sldMk cId="3844836026" sldId="273"/>
            <ac:spMk id="6" creationId="{2825CD8F-F257-7A5A-2897-60A3AE57085C}"/>
          </ac:spMkLst>
        </pc:spChg>
        <pc:grpChg chg="add del mod">
          <ac:chgData name="관리자" userId="5d01e66d-b35a-4e8a-b29e-8b191b24f2bd" providerId="ADAL" clId="{D92C99A4-96A3-47A5-915B-ED6803318BE3}" dt="2023-12-08T02:54:58.094" v="208"/>
          <ac:grpSpMkLst>
            <pc:docMk/>
            <pc:sldMk cId="3844836026" sldId="273"/>
            <ac:grpSpMk id="3" creationId="{826F3AB3-B802-BE94-8EC2-47A70A1EDC27}"/>
          </ac:grpSpMkLst>
        </pc:grpChg>
        <pc:graphicFrameChg chg="add del mod">
          <ac:chgData name="관리자" userId="5d01e66d-b35a-4e8a-b29e-8b191b24f2bd" providerId="ADAL" clId="{D92C99A4-96A3-47A5-915B-ED6803318BE3}" dt="2023-12-08T02:54:58.094" v="208"/>
          <ac:graphicFrameMkLst>
            <pc:docMk/>
            <pc:sldMk cId="3844836026" sldId="273"/>
            <ac:graphicFrameMk id="2" creationId="{DB8A0EC8-8323-8873-14CA-4487C47440E2}"/>
          </ac:graphicFrameMkLst>
        </pc:graphicFrameChg>
        <pc:picChg chg="mod">
          <ac:chgData name="관리자" userId="5d01e66d-b35a-4e8a-b29e-8b191b24f2bd" providerId="ADAL" clId="{D92C99A4-96A3-47A5-915B-ED6803318BE3}" dt="2023-12-08T02:54:53.104" v="207"/>
          <ac:picMkLst>
            <pc:docMk/>
            <pc:sldMk cId="3844836026" sldId="273"/>
            <ac:picMk id="5" creationId="{2C0BCA1D-492E-A903-0F6A-78A160B7D5A2}"/>
          </ac:picMkLst>
        </pc:picChg>
      </pc:sldChg>
      <pc:sldChg chg="modSp new del mod">
        <pc:chgData name="관리자" userId="5d01e66d-b35a-4e8a-b29e-8b191b24f2bd" providerId="ADAL" clId="{D92C99A4-96A3-47A5-915B-ED6803318BE3}" dt="2023-12-08T02:58:33.805" v="315" actId="47"/>
        <pc:sldMkLst>
          <pc:docMk/>
          <pc:sldMk cId="3478831220" sldId="274"/>
        </pc:sldMkLst>
        <pc:spChg chg="mod">
          <ac:chgData name="관리자" userId="5d01e66d-b35a-4e8a-b29e-8b191b24f2bd" providerId="ADAL" clId="{D92C99A4-96A3-47A5-915B-ED6803318BE3}" dt="2023-12-08T02:58:10.143" v="311" actId="20577"/>
          <ac:spMkLst>
            <pc:docMk/>
            <pc:sldMk cId="3478831220" sldId="274"/>
            <ac:spMk id="2" creationId="{4D2EFCCB-488B-936F-76B4-2873C6A54D62}"/>
          </ac:spMkLst>
        </pc:spChg>
      </pc:sldChg>
      <pc:sldChg chg="modSp add del mod">
        <pc:chgData name="관리자" userId="5d01e66d-b35a-4e8a-b29e-8b191b24f2bd" providerId="ADAL" clId="{D92C99A4-96A3-47A5-915B-ED6803318BE3}" dt="2023-12-08T03:09:19.555" v="665" actId="47"/>
        <pc:sldMkLst>
          <pc:docMk/>
          <pc:sldMk cId="3613754080" sldId="274"/>
        </pc:sldMkLst>
        <pc:spChg chg="mod">
          <ac:chgData name="관리자" userId="5d01e66d-b35a-4e8a-b29e-8b191b24f2bd" providerId="ADAL" clId="{D92C99A4-96A3-47A5-915B-ED6803318BE3}" dt="2023-12-08T02:59:01.230" v="379" actId="20577"/>
          <ac:spMkLst>
            <pc:docMk/>
            <pc:sldMk cId="3613754080" sldId="274"/>
            <ac:spMk id="2" creationId="{559CF901-89FB-9288-291D-506858B23E3C}"/>
          </ac:spMkLst>
        </pc:spChg>
      </pc:sldChg>
      <pc:sldChg chg="add del">
        <pc:chgData name="관리자" userId="5d01e66d-b35a-4e8a-b29e-8b191b24f2bd" providerId="ADAL" clId="{D92C99A4-96A3-47A5-915B-ED6803318BE3}" dt="2023-12-08T03:09:22.191" v="668" actId="47"/>
        <pc:sldMkLst>
          <pc:docMk/>
          <pc:sldMk cId="1002937092" sldId="275"/>
        </pc:sldMkLst>
      </pc:sldChg>
      <pc:sldChg chg="add del">
        <pc:chgData name="관리자" userId="5d01e66d-b35a-4e8a-b29e-8b191b24f2bd" providerId="ADAL" clId="{D92C99A4-96A3-47A5-915B-ED6803318BE3}" dt="2023-12-08T03:09:21.162" v="667" actId="47"/>
        <pc:sldMkLst>
          <pc:docMk/>
          <pc:sldMk cId="1932859566" sldId="276"/>
        </pc:sldMkLst>
      </pc:sldChg>
      <pc:sldChg chg="add del">
        <pc:chgData name="관리자" userId="5d01e66d-b35a-4e8a-b29e-8b191b24f2bd" providerId="ADAL" clId="{D92C99A4-96A3-47A5-915B-ED6803318BE3}" dt="2023-12-08T03:09:20.304" v="666" actId="47"/>
        <pc:sldMkLst>
          <pc:docMk/>
          <pc:sldMk cId="3234240299" sldId="277"/>
        </pc:sldMkLst>
      </pc:sldChg>
      <pc:sldChg chg="modSp new add del mod">
        <pc:chgData name="관리자" userId="5d01e66d-b35a-4e8a-b29e-8b191b24f2bd" providerId="ADAL" clId="{D92C99A4-96A3-47A5-915B-ED6803318BE3}" dt="2023-12-08T03:11:03.803" v="798" actId="47"/>
        <pc:sldMkLst>
          <pc:docMk/>
          <pc:sldMk cId="3738939711" sldId="278"/>
        </pc:sldMkLst>
        <pc:spChg chg="mod">
          <ac:chgData name="관리자" userId="5d01e66d-b35a-4e8a-b29e-8b191b24f2bd" providerId="ADAL" clId="{D92C99A4-96A3-47A5-915B-ED6803318BE3}" dt="2023-12-08T03:07:52.324" v="432" actId="20577"/>
          <ac:spMkLst>
            <pc:docMk/>
            <pc:sldMk cId="3738939711" sldId="278"/>
            <ac:spMk id="2" creationId="{B682151D-8960-EA09-C85C-0DEE5ED3C9D9}"/>
          </ac:spMkLst>
        </pc:spChg>
        <pc:spChg chg="mod">
          <ac:chgData name="관리자" userId="5d01e66d-b35a-4e8a-b29e-8b191b24f2bd" providerId="ADAL" clId="{D92C99A4-96A3-47A5-915B-ED6803318BE3}" dt="2023-12-08T03:08:09.086" v="524" actId="20577"/>
          <ac:spMkLst>
            <pc:docMk/>
            <pc:sldMk cId="3738939711" sldId="278"/>
            <ac:spMk id="3" creationId="{FE018E25-2547-8016-C9BF-ADD51273AF96}"/>
          </ac:spMkLst>
        </pc:spChg>
      </pc:sldChg>
      <pc:sldChg chg="modSp new del mod">
        <pc:chgData name="관리자" userId="5d01e66d-b35a-4e8a-b29e-8b191b24f2bd" providerId="ADAL" clId="{D92C99A4-96A3-47A5-915B-ED6803318BE3}" dt="2023-12-08T03:11:03.031" v="797" actId="47"/>
        <pc:sldMkLst>
          <pc:docMk/>
          <pc:sldMk cId="1195901464" sldId="279"/>
        </pc:sldMkLst>
        <pc:spChg chg="mod">
          <ac:chgData name="관리자" userId="5d01e66d-b35a-4e8a-b29e-8b191b24f2bd" providerId="ADAL" clId="{D92C99A4-96A3-47A5-915B-ED6803318BE3}" dt="2023-12-08T03:08:52.941" v="595" actId="20577"/>
          <ac:spMkLst>
            <pc:docMk/>
            <pc:sldMk cId="1195901464" sldId="279"/>
            <ac:spMk id="2" creationId="{238DAF93-1E63-2748-FAB4-C866A716BDA0}"/>
          </ac:spMkLst>
        </pc:spChg>
        <pc:spChg chg="mod">
          <ac:chgData name="관리자" userId="5d01e66d-b35a-4e8a-b29e-8b191b24f2bd" providerId="ADAL" clId="{D92C99A4-96A3-47A5-915B-ED6803318BE3}" dt="2023-12-08T03:09:01.852" v="661" actId="20577"/>
          <ac:spMkLst>
            <pc:docMk/>
            <pc:sldMk cId="1195901464" sldId="279"/>
            <ac:spMk id="3" creationId="{E117B32B-A07E-125B-2630-C25E11C1B4F3}"/>
          </ac:spMkLst>
        </pc:spChg>
      </pc:sldChg>
      <pc:sldChg chg="addSp delSp modSp new mod">
        <pc:chgData name="관리자" userId="5d01e66d-b35a-4e8a-b29e-8b191b24f2bd" providerId="ADAL" clId="{D92C99A4-96A3-47A5-915B-ED6803318BE3}" dt="2023-12-08T04:00:32.614" v="3316" actId="20577"/>
        <pc:sldMkLst>
          <pc:docMk/>
          <pc:sldMk cId="55935050" sldId="280"/>
        </pc:sldMkLst>
        <pc:spChg chg="mod">
          <ac:chgData name="관리자" userId="5d01e66d-b35a-4e8a-b29e-8b191b24f2bd" providerId="ADAL" clId="{D92C99A4-96A3-47A5-915B-ED6803318BE3}" dt="2023-12-08T03:10:32.500" v="711" actId="20577"/>
          <ac:spMkLst>
            <pc:docMk/>
            <pc:sldMk cId="55935050" sldId="280"/>
            <ac:spMk id="2" creationId="{04AD7FDE-C08A-D6F4-9E23-A2D143DAA2D4}"/>
          </ac:spMkLst>
        </pc:spChg>
        <pc:spChg chg="mod">
          <ac:chgData name="관리자" userId="5d01e66d-b35a-4e8a-b29e-8b191b24f2bd" providerId="ADAL" clId="{D92C99A4-96A3-47A5-915B-ED6803318BE3}" dt="2023-12-08T03:10:46.023" v="796" actId="20577"/>
          <ac:spMkLst>
            <pc:docMk/>
            <pc:sldMk cId="55935050" sldId="280"/>
            <ac:spMk id="3" creationId="{86269B10-B6B4-8C52-ED23-58F5DD78407B}"/>
          </ac:spMkLst>
        </pc:spChg>
        <pc:graphicFrameChg chg="add mod modGraphic">
          <ac:chgData name="관리자" userId="5d01e66d-b35a-4e8a-b29e-8b191b24f2bd" providerId="ADAL" clId="{D92C99A4-96A3-47A5-915B-ED6803318BE3}" dt="2023-12-08T03:36:39.121" v="2269" actId="20577"/>
          <ac:graphicFrameMkLst>
            <pc:docMk/>
            <pc:sldMk cId="55935050" sldId="280"/>
            <ac:graphicFrameMk id="4" creationId="{EBFAE1A1-1106-1540-6021-D2D00F53E647}"/>
          </ac:graphicFrameMkLst>
        </pc:graphicFrameChg>
        <pc:graphicFrameChg chg="add mod modGraphic">
          <ac:chgData name="관리자" userId="5d01e66d-b35a-4e8a-b29e-8b191b24f2bd" providerId="ADAL" clId="{D92C99A4-96A3-47A5-915B-ED6803318BE3}" dt="2023-12-08T04:00:32.614" v="3316" actId="20577"/>
          <ac:graphicFrameMkLst>
            <pc:docMk/>
            <pc:sldMk cId="55935050" sldId="280"/>
            <ac:graphicFrameMk id="5" creationId="{A38B1601-CDC7-9D63-6122-4749352A48A0}"/>
          </ac:graphicFrameMkLst>
        </pc:graphicFrameChg>
        <pc:graphicFrameChg chg="add del mod">
          <ac:chgData name="관리자" userId="5d01e66d-b35a-4e8a-b29e-8b191b24f2bd" providerId="ADAL" clId="{D92C99A4-96A3-47A5-915B-ED6803318BE3}" dt="2023-12-08T03:29:51.580" v="1147" actId="478"/>
          <ac:graphicFrameMkLst>
            <pc:docMk/>
            <pc:sldMk cId="55935050" sldId="280"/>
            <ac:graphicFrameMk id="6" creationId="{9EE0098D-6170-8BAE-56FD-91410D8C318C}"/>
          </ac:graphicFrameMkLst>
        </pc:graphicFrameChg>
        <pc:graphicFrameChg chg="add del mod">
          <ac:chgData name="관리자" userId="5d01e66d-b35a-4e8a-b29e-8b191b24f2bd" providerId="ADAL" clId="{D92C99A4-96A3-47A5-915B-ED6803318BE3}" dt="2023-12-08T03:29:51.580" v="1147" actId="478"/>
          <ac:graphicFrameMkLst>
            <pc:docMk/>
            <pc:sldMk cId="55935050" sldId="280"/>
            <ac:graphicFrameMk id="7" creationId="{B20CEABC-0F8D-46B4-C363-06932FCA7C1A}"/>
          </ac:graphicFrameMkLst>
        </pc:graphicFrameChg>
        <pc:graphicFrameChg chg="add del mod">
          <ac:chgData name="관리자" userId="5d01e66d-b35a-4e8a-b29e-8b191b24f2bd" providerId="ADAL" clId="{D92C99A4-96A3-47A5-915B-ED6803318BE3}" dt="2023-12-08T03:36:05.574" v="2245" actId="478"/>
          <ac:graphicFrameMkLst>
            <pc:docMk/>
            <pc:sldMk cId="55935050" sldId="280"/>
            <ac:graphicFrameMk id="8" creationId="{987CF894-4DDF-5C64-EEFC-501F8BBCD0A5}"/>
          </ac:graphicFrameMkLst>
        </pc:graphicFrameChg>
      </pc:sldChg>
      <pc:sldChg chg="addSp modSp add mod">
        <pc:chgData name="관리자" userId="5d01e66d-b35a-4e8a-b29e-8b191b24f2bd" providerId="ADAL" clId="{D92C99A4-96A3-47A5-915B-ED6803318BE3}" dt="2023-12-08T03:16:10.469" v="998" actId="1076"/>
        <pc:sldMkLst>
          <pc:docMk/>
          <pc:sldMk cId="1093996744" sldId="281"/>
        </pc:sldMkLst>
        <pc:spChg chg="mod">
          <ac:chgData name="관리자" userId="5d01e66d-b35a-4e8a-b29e-8b191b24f2bd" providerId="ADAL" clId="{D92C99A4-96A3-47A5-915B-ED6803318BE3}" dt="2023-12-08T03:11:21.473" v="818" actId="20577"/>
          <ac:spMkLst>
            <pc:docMk/>
            <pc:sldMk cId="1093996744" sldId="281"/>
            <ac:spMk id="2" creationId="{04AD7FDE-C08A-D6F4-9E23-A2D143DAA2D4}"/>
          </ac:spMkLst>
        </pc:spChg>
        <pc:spChg chg="mod">
          <ac:chgData name="관리자" userId="5d01e66d-b35a-4e8a-b29e-8b191b24f2bd" providerId="ADAL" clId="{D92C99A4-96A3-47A5-915B-ED6803318BE3}" dt="2023-12-08T03:15:05.313" v="982"/>
          <ac:spMkLst>
            <pc:docMk/>
            <pc:sldMk cId="1093996744" sldId="281"/>
            <ac:spMk id="3" creationId="{86269B10-B6B4-8C52-ED23-58F5DD78407B}"/>
          </ac:spMkLst>
        </pc:spChg>
        <pc:picChg chg="add mod">
          <ac:chgData name="관리자" userId="5d01e66d-b35a-4e8a-b29e-8b191b24f2bd" providerId="ADAL" clId="{D92C99A4-96A3-47A5-915B-ED6803318BE3}" dt="2023-12-08T03:16:10.469" v="998" actId="1076"/>
          <ac:picMkLst>
            <pc:docMk/>
            <pc:sldMk cId="1093996744" sldId="281"/>
            <ac:picMk id="5" creationId="{980FA960-1F1F-C994-5EA1-F8D7B7477183}"/>
          </ac:picMkLst>
        </pc:picChg>
      </pc:sldChg>
      <pc:sldChg chg="addSp modSp add mod">
        <pc:chgData name="관리자" userId="5d01e66d-b35a-4e8a-b29e-8b191b24f2bd" providerId="ADAL" clId="{D92C99A4-96A3-47A5-915B-ED6803318BE3}" dt="2023-12-08T03:16:29.293" v="1004" actId="1076"/>
        <pc:sldMkLst>
          <pc:docMk/>
          <pc:sldMk cId="1825636065" sldId="282"/>
        </pc:sldMkLst>
        <pc:spChg chg="mod">
          <ac:chgData name="관리자" userId="5d01e66d-b35a-4e8a-b29e-8b191b24f2bd" providerId="ADAL" clId="{D92C99A4-96A3-47A5-915B-ED6803318BE3}" dt="2023-12-08T03:15:09.209" v="983"/>
          <ac:spMkLst>
            <pc:docMk/>
            <pc:sldMk cId="1825636065" sldId="282"/>
            <ac:spMk id="3" creationId="{86269B10-B6B4-8C52-ED23-58F5DD78407B}"/>
          </ac:spMkLst>
        </pc:spChg>
        <pc:picChg chg="add mod">
          <ac:chgData name="관리자" userId="5d01e66d-b35a-4e8a-b29e-8b191b24f2bd" providerId="ADAL" clId="{D92C99A4-96A3-47A5-915B-ED6803318BE3}" dt="2023-12-08T03:16:29.293" v="1004" actId="1076"/>
          <ac:picMkLst>
            <pc:docMk/>
            <pc:sldMk cId="1825636065" sldId="282"/>
            <ac:picMk id="5" creationId="{E713990B-1E8F-0C28-1AF1-879E576D4C52}"/>
          </ac:picMkLst>
        </pc:picChg>
      </pc:sldChg>
      <pc:sldChg chg="addSp modSp add mod">
        <pc:chgData name="관리자" userId="5d01e66d-b35a-4e8a-b29e-8b191b24f2bd" providerId="ADAL" clId="{D92C99A4-96A3-47A5-915B-ED6803318BE3}" dt="2023-12-08T03:17:00.071" v="1012" actId="1076"/>
        <pc:sldMkLst>
          <pc:docMk/>
          <pc:sldMk cId="1855439282" sldId="283"/>
        </pc:sldMkLst>
        <pc:spChg chg="mod">
          <ac:chgData name="관리자" userId="5d01e66d-b35a-4e8a-b29e-8b191b24f2bd" providerId="ADAL" clId="{D92C99A4-96A3-47A5-915B-ED6803318BE3}" dt="2023-12-08T03:15:12.661" v="984"/>
          <ac:spMkLst>
            <pc:docMk/>
            <pc:sldMk cId="1855439282" sldId="283"/>
            <ac:spMk id="3" creationId="{86269B10-B6B4-8C52-ED23-58F5DD78407B}"/>
          </ac:spMkLst>
        </pc:spChg>
        <pc:picChg chg="add mod">
          <ac:chgData name="관리자" userId="5d01e66d-b35a-4e8a-b29e-8b191b24f2bd" providerId="ADAL" clId="{D92C99A4-96A3-47A5-915B-ED6803318BE3}" dt="2023-12-08T03:17:00.071" v="1012" actId="1076"/>
          <ac:picMkLst>
            <pc:docMk/>
            <pc:sldMk cId="1855439282" sldId="283"/>
            <ac:picMk id="5" creationId="{76502929-FAF8-B3C2-A01C-5D6B52FAAE4D}"/>
          </ac:picMkLst>
        </pc:picChg>
      </pc:sldChg>
      <pc:sldChg chg="addSp modSp add mod">
        <pc:chgData name="관리자" userId="5d01e66d-b35a-4e8a-b29e-8b191b24f2bd" providerId="ADAL" clId="{D92C99A4-96A3-47A5-915B-ED6803318BE3}" dt="2023-12-08T03:17:18.059" v="1018" actId="1076"/>
        <pc:sldMkLst>
          <pc:docMk/>
          <pc:sldMk cId="3002445348" sldId="284"/>
        </pc:sldMkLst>
        <pc:spChg chg="mod">
          <ac:chgData name="관리자" userId="5d01e66d-b35a-4e8a-b29e-8b191b24f2bd" providerId="ADAL" clId="{D92C99A4-96A3-47A5-915B-ED6803318BE3}" dt="2023-12-08T03:15:17.037" v="985"/>
          <ac:spMkLst>
            <pc:docMk/>
            <pc:sldMk cId="3002445348" sldId="284"/>
            <ac:spMk id="3" creationId="{86269B10-B6B4-8C52-ED23-58F5DD78407B}"/>
          </ac:spMkLst>
        </pc:spChg>
        <pc:picChg chg="add mod">
          <ac:chgData name="관리자" userId="5d01e66d-b35a-4e8a-b29e-8b191b24f2bd" providerId="ADAL" clId="{D92C99A4-96A3-47A5-915B-ED6803318BE3}" dt="2023-12-08T03:17:18.059" v="1018" actId="1076"/>
          <ac:picMkLst>
            <pc:docMk/>
            <pc:sldMk cId="3002445348" sldId="284"/>
            <ac:picMk id="5" creationId="{91E5C9FE-388C-57B0-347F-8EDB1E877E74}"/>
          </ac:picMkLst>
        </pc:picChg>
      </pc:sldChg>
      <pc:sldChg chg="addSp modSp add mod">
        <pc:chgData name="관리자" userId="5d01e66d-b35a-4e8a-b29e-8b191b24f2bd" providerId="ADAL" clId="{D92C99A4-96A3-47A5-915B-ED6803318BE3}" dt="2023-12-08T03:17:37.703" v="1024" actId="1076"/>
        <pc:sldMkLst>
          <pc:docMk/>
          <pc:sldMk cId="483493318" sldId="285"/>
        </pc:sldMkLst>
        <pc:spChg chg="mod">
          <ac:chgData name="관리자" userId="5d01e66d-b35a-4e8a-b29e-8b191b24f2bd" providerId="ADAL" clId="{D92C99A4-96A3-47A5-915B-ED6803318BE3}" dt="2023-12-08T03:15:21.159" v="986"/>
          <ac:spMkLst>
            <pc:docMk/>
            <pc:sldMk cId="483493318" sldId="285"/>
            <ac:spMk id="3" creationId="{86269B10-B6B4-8C52-ED23-58F5DD78407B}"/>
          </ac:spMkLst>
        </pc:spChg>
        <pc:picChg chg="add mod">
          <ac:chgData name="관리자" userId="5d01e66d-b35a-4e8a-b29e-8b191b24f2bd" providerId="ADAL" clId="{D92C99A4-96A3-47A5-915B-ED6803318BE3}" dt="2023-12-08T03:17:37.703" v="1024" actId="1076"/>
          <ac:picMkLst>
            <pc:docMk/>
            <pc:sldMk cId="483493318" sldId="285"/>
            <ac:picMk id="5" creationId="{117211AD-8098-7146-88F2-ABB2A7A37E92}"/>
          </ac:picMkLst>
        </pc:picChg>
      </pc:sldChg>
      <pc:sldChg chg="modSp add mod">
        <pc:chgData name="관리자" userId="5d01e66d-b35a-4e8a-b29e-8b191b24f2bd" providerId="ADAL" clId="{D92C99A4-96A3-47A5-915B-ED6803318BE3}" dt="2023-12-08T03:15:25.660" v="987"/>
        <pc:sldMkLst>
          <pc:docMk/>
          <pc:sldMk cId="679690350" sldId="286"/>
        </pc:sldMkLst>
        <pc:spChg chg="mod">
          <ac:chgData name="관리자" userId="5d01e66d-b35a-4e8a-b29e-8b191b24f2bd" providerId="ADAL" clId="{D92C99A4-96A3-47A5-915B-ED6803318BE3}" dt="2023-12-08T03:15:25.660" v="987"/>
          <ac:spMkLst>
            <pc:docMk/>
            <pc:sldMk cId="679690350" sldId="286"/>
            <ac:spMk id="3" creationId="{86269B10-B6B4-8C52-ED23-58F5DD78407B}"/>
          </ac:spMkLst>
        </pc:spChg>
      </pc:sldChg>
      <pc:sldChg chg="addSp delSp modSp add mod">
        <pc:chgData name="관리자" userId="5d01e66d-b35a-4e8a-b29e-8b191b24f2bd" providerId="ADAL" clId="{D92C99A4-96A3-47A5-915B-ED6803318BE3}" dt="2023-12-08T03:59:23.701" v="3287" actId="20577"/>
        <pc:sldMkLst>
          <pc:docMk/>
          <pc:sldMk cId="3620052692" sldId="287"/>
        </pc:sldMkLst>
        <pc:spChg chg="mod">
          <ac:chgData name="관리자" userId="5d01e66d-b35a-4e8a-b29e-8b191b24f2bd" providerId="ADAL" clId="{D92C99A4-96A3-47A5-915B-ED6803318BE3}" dt="2023-12-08T03:15:01.142" v="981"/>
          <ac:spMkLst>
            <pc:docMk/>
            <pc:sldMk cId="3620052692" sldId="287"/>
            <ac:spMk id="3" creationId="{86269B10-B6B4-8C52-ED23-58F5DD78407B}"/>
          </ac:spMkLst>
        </pc:spChg>
        <pc:graphicFrameChg chg="add mod modGraphic">
          <ac:chgData name="관리자" userId="5d01e66d-b35a-4e8a-b29e-8b191b24f2bd" providerId="ADAL" clId="{D92C99A4-96A3-47A5-915B-ED6803318BE3}" dt="2023-12-08T03:59:23.701" v="3287" actId="20577"/>
          <ac:graphicFrameMkLst>
            <pc:docMk/>
            <pc:sldMk cId="3620052692" sldId="287"/>
            <ac:graphicFrameMk id="4" creationId="{895434AD-E293-3656-1EC7-BE6D635C7D1E}"/>
          </ac:graphicFrameMkLst>
        </pc:graphicFrameChg>
        <pc:graphicFrameChg chg="add del mod">
          <ac:chgData name="관리자" userId="5d01e66d-b35a-4e8a-b29e-8b191b24f2bd" providerId="ADAL" clId="{D92C99A4-96A3-47A5-915B-ED6803318BE3}" dt="2023-12-08T03:51:52.767" v="2974" actId="478"/>
          <ac:graphicFrameMkLst>
            <pc:docMk/>
            <pc:sldMk cId="3620052692" sldId="287"/>
            <ac:graphicFrameMk id="5" creationId="{28B431DE-BC46-4C30-2311-2123793CE1A9}"/>
          </ac:graphicFrameMkLst>
        </pc:graphicFrameChg>
        <pc:graphicFrameChg chg="add del mod">
          <ac:chgData name="관리자" userId="5d01e66d-b35a-4e8a-b29e-8b191b24f2bd" providerId="ADAL" clId="{D92C99A4-96A3-47A5-915B-ED6803318BE3}" dt="2023-12-08T03:42:13.003" v="2305" actId="478"/>
          <ac:graphicFrameMkLst>
            <pc:docMk/>
            <pc:sldMk cId="3620052692" sldId="287"/>
            <ac:graphicFrameMk id="6" creationId="{E34A2510-A4B5-ACE6-CD3D-40351BFB07F0}"/>
          </ac:graphicFrameMkLst>
        </pc:graphicFrameChg>
      </pc:sldChg>
      <pc:sldMasterChg chg="addSldLayout delSldLayout modSldLayout">
        <pc:chgData name="관리자" userId="5d01e66d-b35a-4e8a-b29e-8b191b24f2bd" providerId="ADAL" clId="{D92C99A4-96A3-47A5-915B-ED6803318BE3}" dt="2023-12-08T03:39:21.120" v="2274" actId="47"/>
        <pc:sldMasterMkLst>
          <pc:docMk/>
          <pc:sldMasterMk cId="3989269949" sldId="2147483648"/>
        </pc:sldMasterMkLst>
        <pc:sldLayoutChg chg="del">
          <pc:chgData name="관리자" userId="5d01e66d-b35a-4e8a-b29e-8b191b24f2bd" providerId="ADAL" clId="{D92C99A4-96A3-47A5-915B-ED6803318BE3}" dt="2023-12-08T02:53:42.911" v="184" actId="2696"/>
          <pc:sldLayoutMkLst>
            <pc:docMk/>
            <pc:sldMasterMk cId="3989269949" sldId="2147483648"/>
            <pc:sldLayoutMk cId="2644263912" sldId="2147483649"/>
          </pc:sldLayoutMkLst>
        </pc:sldLayoutChg>
        <pc:sldLayoutChg chg="del">
          <pc:chgData name="관리자" userId="5d01e66d-b35a-4e8a-b29e-8b191b24f2bd" providerId="ADAL" clId="{D92C99A4-96A3-47A5-915B-ED6803318BE3}" dt="2023-12-08T02:53:45.461" v="185" actId="2696"/>
          <pc:sldLayoutMkLst>
            <pc:docMk/>
            <pc:sldMasterMk cId="3989269949" sldId="2147483648"/>
            <pc:sldLayoutMk cId="275449068" sldId="2147483650"/>
          </pc:sldLayoutMkLst>
        </pc:sldLayoutChg>
        <pc:sldLayoutChg chg="del">
          <pc:chgData name="관리자" userId="5d01e66d-b35a-4e8a-b29e-8b191b24f2bd" providerId="ADAL" clId="{D92C99A4-96A3-47A5-915B-ED6803318BE3}" dt="2023-12-08T02:53:47.298" v="186" actId="2696"/>
          <pc:sldLayoutMkLst>
            <pc:docMk/>
            <pc:sldMasterMk cId="3989269949" sldId="2147483648"/>
            <pc:sldLayoutMk cId="2358488260" sldId="2147483651"/>
          </pc:sldLayoutMkLst>
        </pc:sldLayoutChg>
        <pc:sldLayoutChg chg="del">
          <pc:chgData name="관리자" userId="5d01e66d-b35a-4e8a-b29e-8b191b24f2bd" providerId="ADAL" clId="{D92C99A4-96A3-47A5-915B-ED6803318BE3}" dt="2023-12-08T02:53:49.116" v="187" actId="2696"/>
          <pc:sldLayoutMkLst>
            <pc:docMk/>
            <pc:sldMasterMk cId="3989269949" sldId="2147483648"/>
            <pc:sldLayoutMk cId="3967518438" sldId="2147483652"/>
          </pc:sldLayoutMkLst>
        </pc:sldLayoutChg>
        <pc:sldLayoutChg chg="del">
          <pc:chgData name="관리자" userId="5d01e66d-b35a-4e8a-b29e-8b191b24f2bd" providerId="ADAL" clId="{D92C99A4-96A3-47A5-915B-ED6803318BE3}" dt="2023-12-08T02:53:50.425" v="188" actId="2696"/>
          <pc:sldLayoutMkLst>
            <pc:docMk/>
            <pc:sldMasterMk cId="3989269949" sldId="2147483648"/>
            <pc:sldLayoutMk cId="1098994454" sldId="2147483653"/>
          </pc:sldLayoutMkLst>
        </pc:sldLayoutChg>
        <pc:sldLayoutChg chg="del">
          <pc:chgData name="관리자" userId="5d01e66d-b35a-4e8a-b29e-8b191b24f2bd" providerId="ADAL" clId="{D92C99A4-96A3-47A5-915B-ED6803318BE3}" dt="2023-12-08T02:53:53.021" v="189" actId="2696"/>
          <pc:sldLayoutMkLst>
            <pc:docMk/>
            <pc:sldMasterMk cId="3989269949" sldId="2147483648"/>
            <pc:sldLayoutMk cId="730212551" sldId="2147483654"/>
          </pc:sldLayoutMkLst>
        </pc:sldLayoutChg>
        <pc:sldLayoutChg chg="del">
          <pc:chgData name="관리자" userId="5d01e66d-b35a-4e8a-b29e-8b191b24f2bd" providerId="ADAL" clId="{D92C99A4-96A3-47A5-915B-ED6803318BE3}" dt="2023-12-08T02:53:54.798" v="190" actId="2696"/>
          <pc:sldLayoutMkLst>
            <pc:docMk/>
            <pc:sldMasterMk cId="3989269949" sldId="2147483648"/>
            <pc:sldLayoutMk cId="3921551057" sldId="2147483655"/>
          </pc:sldLayoutMkLst>
        </pc:sldLayoutChg>
        <pc:sldLayoutChg chg="del">
          <pc:chgData name="관리자" userId="5d01e66d-b35a-4e8a-b29e-8b191b24f2bd" providerId="ADAL" clId="{D92C99A4-96A3-47A5-915B-ED6803318BE3}" dt="2023-12-08T02:53:56.456" v="191" actId="2696"/>
          <pc:sldLayoutMkLst>
            <pc:docMk/>
            <pc:sldMasterMk cId="3989269949" sldId="2147483648"/>
            <pc:sldLayoutMk cId="3575203621" sldId="2147483656"/>
          </pc:sldLayoutMkLst>
        </pc:sldLayoutChg>
        <pc:sldLayoutChg chg="del">
          <pc:chgData name="관리자" userId="5d01e66d-b35a-4e8a-b29e-8b191b24f2bd" providerId="ADAL" clId="{D92C99A4-96A3-47A5-915B-ED6803318BE3}" dt="2023-12-08T02:53:58.208" v="192" actId="2696"/>
          <pc:sldLayoutMkLst>
            <pc:docMk/>
            <pc:sldMasterMk cId="3989269949" sldId="2147483648"/>
            <pc:sldLayoutMk cId="4209811067" sldId="2147483657"/>
          </pc:sldLayoutMkLst>
        </pc:sldLayoutChg>
        <pc:sldLayoutChg chg="del">
          <pc:chgData name="관리자" userId="5d01e66d-b35a-4e8a-b29e-8b191b24f2bd" providerId="ADAL" clId="{D92C99A4-96A3-47A5-915B-ED6803318BE3}" dt="2023-12-08T02:53:59.985" v="193" actId="2696"/>
          <pc:sldLayoutMkLst>
            <pc:docMk/>
            <pc:sldMasterMk cId="3989269949" sldId="2147483648"/>
            <pc:sldLayoutMk cId="3371273058" sldId="2147483658"/>
          </pc:sldLayoutMkLst>
        </pc:sldLayoutChg>
        <pc:sldLayoutChg chg="del">
          <pc:chgData name="관리자" userId="5d01e66d-b35a-4e8a-b29e-8b191b24f2bd" providerId="ADAL" clId="{D92C99A4-96A3-47A5-915B-ED6803318BE3}" dt="2023-12-08T02:53:31.666" v="183" actId="2696"/>
          <pc:sldLayoutMkLst>
            <pc:docMk/>
            <pc:sldMasterMk cId="3989269949" sldId="2147483648"/>
            <pc:sldLayoutMk cId="858822309" sldId="2147483659"/>
          </pc:sldLayoutMkLst>
        </pc:sldLayoutChg>
        <pc:sldLayoutChg chg="del">
          <pc:chgData name="관리자" userId="5d01e66d-b35a-4e8a-b29e-8b191b24f2bd" providerId="ADAL" clId="{D92C99A4-96A3-47A5-915B-ED6803318BE3}" dt="2023-12-08T03:39:21.120" v="2274" actId="47"/>
          <pc:sldLayoutMkLst>
            <pc:docMk/>
            <pc:sldMasterMk cId="3989269949" sldId="2147483648"/>
            <pc:sldLayoutMk cId="179862964" sldId="2147483660"/>
          </pc:sldLayoutMkLst>
        </pc:sldLayoutChg>
        <pc:sldLayoutChg chg="del">
          <pc:chgData name="관리자" userId="5d01e66d-b35a-4e8a-b29e-8b191b24f2bd" providerId="ADAL" clId="{D92C99A4-96A3-47A5-915B-ED6803318BE3}" dt="2023-12-08T03:12:37.657" v="909" actId="47"/>
          <pc:sldLayoutMkLst>
            <pc:docMk/>
            <pc:sldMasterMk cId="3989269949" sldId="2147483648"/>
            <pc:sldLayoutMk cId="352867184" sldId="2147483661"/>
          </pc:sldLayoutMkLst>
        </pc:sldLayoutChg>
        <pc:sldLayoutChg chg="addSp delSp modSp new mod">
          <pc:chgData name="관리자" userId="5d01e66d-b35a-4e8a-b29e-8b191b24f2bd" providerId="ADAL" clId="{D92C99A4-96A3-47A5-915B-ED6803318BE3}" dt="2023-12-08T03:09:50.601" v="671" actId="1076"/>
          <pc:sldLayoutMkLst>
            <pc:docMk/>
            <pc:sldMasterMk cId="3989269949" sldId="2147483648"/>
            <pc:sldLayoutMk cId="3691110952" sldId="2147483662"/>
          </pc:sldLayoutMkLst>
          <pc:spChg chg="del">
            <ac:chgData name="관리자" userId="5d01e66d-b35a-4e8a-b29e-8b191b24f2bd" providerId="ADAL" clId="{D92C99A4-96A3-47A5-915B-ED6803318BE3}" dt="2023-12-08T02:54:30.730" v="201" actId="478"/>
            <ac:spMkLst>
              <pc:docMk/>
              <pc:sldMasterMk cId="3989269949" sldId="2147483648"/>
              <pc:sldLayoutMk cId="3691110952" sldId="2147483662"/>
              <ac:spMk id="2" creationId="{A6D1E580-8510-8B65-FD1D-4FB30E6B4B51}"/>
            </ac:spMkLst>
          </pc:spChg>
          <pc:spChg chg="del">
            <ac:chgData name="관리자" userId="5d01e66d-b35a-4e8a-b29e-8b191b24f2bd" providerId="ADAL" clId="{D92C99A4-96A3-47A5-915B-ED6803318BE3}" dt="2023-12-08T02:54:32.226" v="202" actId="478"/>
            <ac:spMkLst>
              <pc:docMk/>
              <pc:sldMasterMk cId="3989269949" sldId="2147483648"/>
              <pc:sldLayoutMk cId="3691110952" sldId="2147483662"/>
              <ac:spMk id="3" creationId="{6D6A1E7C-9DB5-F76F-698A-32BD774C003B}"/>
            </ac:spMkLst>
          </pc:spChg>
          <pc:spChg chg="del">
            <ac:chgData name="관리자" userId="5d01e66d-b35a-4e8a-b29e-8b191b24f2bd" providerId="ADAL" clId="{D92C99A4-96A3-47A5-915B-ED6803318BE3}" dt="2023-12-08T02:54:32.226" v="202" actId="478"/>
            <ac:spMkLst>
              <pc:docMk/>
              <pc:sldMasterMk cId="3989269949" sldId="2147483648"/>
              <pc:sldLayoutMk cId="3691110952" sldId="2147483662"/>
              <ac:spMk id="4" creationId="{E11210F6-B3DA-C97A-66C5-A9A79CAD6CB5}"/>
            </ac:spMkLst>
          </pc:spChg>
          <pc:spChg chg="del">
            <ac:chgData name="관리자" userId="5d01e66d-b35a-4e8a-b29e-8b191b24f2bd" providerId="ADAL" clId="{D92C99A4-96A3-47A5-915B-ED6803318BE3}" dt="2023-12-08T02:54:32.226" v="202" actId="478"/>
            <ac:spMkLst>
              <pc:docMk/>
              <pc:sldMasterMk cId="3989269949" sldId="2147483648"/>
              <pc:sldLayoutMk cId="3691110952" sldId="2147483662"/>
              <ac:spMk id="5" creationId="{19DE74FE-E118-EE4D-6324-BB3C8B817724}"/>
            </ac:spMkLst>
          </pc:spChg>
          <pc:spChg chg="add mod">
            <ac:chgData name="관리자" userId="5d01e66d-b35a-4e8a-b29e-8b191b24f2bd" providerId="ADAL" clId="{D92C99A4-96A3-47A5-915B-ED6803318BE3}" dt="2023-12-08T02:55:22.862" v="210"/>
            <ac:spMkLst>
              <pc:docMk/>
              <pc:sldMasterMk cId="3989269949" sldId="2147483648"/>
              <pc:sldLayoutMk cId="3691110952" sldId="2147483662"/>
              <ac:spMk id="6" creationId="{83435806-81A0-7673-738A-7C638A7288C6}"/>
            </ac:spMkLst>
          </pc:spChg>
          <pc:spChg chg="add mod">
            <ac:chgData name="관리자" userId="5d01e66d-b35a-4e8a-b29e-8b191b24f2bd" providerId="ADAL" clId="{D92C99A4-96A3-47A5-915B-ED6803318BE3}" dt="2023-12-08T02:58:29.656" v="314" actId="14100"/>
            <ac:spMkLst>
              <pc:docMk/>
              <pc:sldMasterMk cId="3989269949" sldId="2147483648"/>
              <pc:sldLayoutMk cId="3691110952" sldId="2147483662"/>
              <ac:spMk id="7" creationId="{A0C5D111-DB73-1370-49F5-C016BE69CCA6}"/>
            </ac:spMkLst>
          </pc:spChg>
          <pc:spChg chg="add mod">
            <ac:chgData name="관리자" userId="5d01e66d-b35a-4e8a-b29e-8b191b24f2bd" providerId="ADAL" clId="{D92C99A4-96A3-47A5-915B-ED6803318BE3}" dt="2023-12-08T02:55:36.491" v="212"/>
            <ac:spMkLst>
              <pc:docMk/>
              <pc:sldMasterMk cId="3989269949" sldId="2147483648"/>
              <pc:sldLayoutMk cId="3691110952" sldId="2147483662"/>
              <ac:spMk id="8" creationId="{33273AFC-ABE2-1911-7236-21839E6A9C8F}"/>
            </ac:spMkLst>
          </pc:spChg>
          <pc:spChg chg="add mod">
            <ac:chgData name="관리자" userId="5d01e66d-b35a-4e8a-b29e-8b191b24f2bd" providerId="ADAL" clId="{D92C99A4-96A3-47A5-915B-ED6803318BE3}" dt="2023-12-08T02:55:36.491" v="212"/>
            <ac:spMkLst>
              <pc:docMk/>
              <pc:sldMasterMk cId="3989269949" sldId="2147483648"/>
              <pc:sldLayoutMk cId="3691110952" sldId="2147483662"/>
              <ac:spMk id="9" creationId="{56AF4E6B-834D-4026-693E-83AE395948CC}"/>
            </ac:spMkLst>
          </pc:spChg>
          <pc:spChg chg="add mod">
            <ac:chgData name="관리자" userId="5d01e66d-b35a-4e8a-b29e-8b191b24f2bd" providerId="ADAL" clId="{D92C99A4-96A3-47A5-915B-ED6803318BE3}" dt="2023-12-08T02:55:36.491" v="212"/>
            <ac:spMkLst>
              <pc:docMk/>
              <pc:sldMasterMk cId="3989269949" sldId="2147483648"/>
              <pc:sldLayoutMk cId="3691110952" sldId="2147483662"/>
              <ac:spMk id="10" creationId="{D83F3EED-DB1C-0787-E7F9-2448B6E001B8}"/>
            </ac:spMkLst>
          </pc:spChg>
          <pc:spChg chg="del mod topLvl">
            <ac:chgData name="관리자" userId="5d01e66d-b35a-4e8a-b29e-8b191b24f2bd" providerId="ADAL" clId="{D92C99A4-96A3-47A5-915B-ED6803318BE3}" dt="2023-12-08T02:56:50.904" v="284" actId="478"/>
            <ac:spMkLst>
              <pc:docMk/>
              <pc:sldMasterMk cId="3989269949" sldId="2147483648"/>
              <pc:sldLayoutMk cId="3691110952" sldId="2147483662"/>
              <ac:spMk id="13" creationId="{746A10A7-DC33-6CEF-4FA5-99B60A61C43A}"/>
            </ac:spMkLst>
          </pc:spChg>
          <pc:spChg chg="add mod">
            <ac:chgData name="관리자" userId="5d01e66d-b35a-4e8a-b29e-8b191b24f2bd" providerId="ADAL" clId="{D92C99A4-96A3-47A5-915B-ED6803318BE3}" dt="2023-12-08T03:09:50.601" v="671" actId="1076"/>
            <ac:spMkLst>
              <pc:docMk/>
              <pc:sldMasterMk cId="3989269949" sldId="2147483648"/>
              <pc:sldLayoutMk cId="3691110952" sldId="2147483662"/>
              <ac:spMk id="14" creationId="{23665B24-94EC-A818-B1FC-67D598CC7BC3}"/>
            </ac:spMkLst>
          </pc:spChg>
          <pc:grpChg chg="add del mod">
            <ac:chgData name="관리자" userId="5d01e66d-b35a-4e8a-b29e-8b191b24f2bd" providerId="ADAL" clId="{D92C99A4-96A3-47A5-915B-ED6803318BE3}" dt="2023-12-08T02:56:50.904" v="284" actId="478"/>
            <ac:grpSpMkLst>
              <pc:docMk/>
              <pc:sldMasterMk cId="3989269949" sldId="2147483648"/>
              <pc:sldLayoutMk cId="3691110952" sldId="2147483662"/>
              <ac:grpSpMk id="11" creationId="{95CCD96C-4969-B7F3-FC0F-5E24DCF8F57C}"/>
            </ac:grpSpMkLst>
          </pc:grpChg>
          <pc:picChg chg="mod topLvl">
            <ac:chgData name="관리자" userId="5d01e66d-b35a-4e8a-b29e-8b191b24f2bd" providerId="ADAL" clId="{D92C99A4-96A3-47A5-915B-ED6803318BE3}" dt="2023-12-08T02:57:03.573" v="286" actId="1076"/>
            <ac:picMkLst>
              <pc:docMk/>
              <pc:sldMasterMk cId="3989269949" sldId="2147483648"/>
              <pc:sldLayoutMk cId="3691110952" sldId="2147483662"/>
              <ac:picMk id="12" creationId="{E653CEBD-B5DE-334A-24FE-61880A87E3B2}"/>
            </ac:picMkLst>
          </pc:picChg>
        </pc:sldLayoutChg>
        <pc:sldLayoutChg chg="add del mod">
          <pc:chgData name="관리자" userId="5d01e66d-b35a-4e8a-b29e-8b191b24f2bd" providerId="ADAL" clId="{D92C99A4-96A3-47A5-915B-ED6803318BE3}" dt="2023-12-08T02:54:10.296" v="197" actId="2696"/>
          <pc:sldLayoutMkLst>
            <pc:docMk/>
            <pc:sldMasterMk cId="3989269949" sldId="2147483648"/>
            <pc:sldLayoutMk cId="3954044361" sldId="2147483662"/>
          </pc:sldLayoutMkLst>
        </pc:sldLayoutChg>
        <pc:sldLayoutChg chg="add del mod">
          <pc:chgData name="관리자" userId="5d01e66d-b35a-4e8a-b29e-8b191b24f2bd" providerId="ADAL" clId="{D92C99A4-96A3-47A5-915B-ED6803318BE3}" dt="2023-12-08T02:54:08.275" v="196" actId="2696"/>
          <pc:sldLayoutMkLst>
            <pc:docMk/>
            <pc:sldMasterMk cId="3989269949" sldId="2147483648"/>
            <pc:sldLayoutMk cId="761578710" sldId="2147483663"/>
          </pc:sldLayoutMkLst>
        </pc:sldLayoutChg>
      </pc:sldMasterChg>
      <pc:sldMasterChg chg="new del mod addSldLayout delSldLayout">
        <pc:chgData name="관리자" userId="5d01e66d-b35a-4e8a-b29e-8b191b24f2bd" providerId="ADAL" clId="{D92C99A4-96A3-47A5-915B-ED6803318BE3}" dt="2023-12-08T02:54:25.385" v="199" actId="6938"/>
        <pc:sldMasterMkLst>
          <pc:docMk/>
          <pc:sldMasterMk cId="4234451729" sldId="2147483662"/>
        </pc:sldMasterMkLst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3428757054" sldId="2147483663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3567397019" sldId="2147483664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639559243" sldId="2147483665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2327719710" sldId="2147483666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966447119" sldId="2147483667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3542282893" sldId="2147483668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2978830062" sldId="2147483669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1275444851" sldId="2147483670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371254988" sldId="2147483671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1642787380" sldId="2147483672"/>
          </pc:sldLayoutMkLst>
        </pc:sldLayoutChg>
        <pc:sldLayoutChg chg="new del replId">
          <pc:chgData name="관리자" userId="5d01e66d-b35a-4e8a-b29e-8b191b24f2bd" providerId="ADAL" clId="{D92C99A4-96A3-47A5-915B-ED6803318BE3}" dt="2023-12-08T02:54:25.385" v="199" actId="6938"/>
          <pc:sldLayoutMkLst>
            <pc:docMk/>
            <pc:sldMasterMk cId="4234451729" sldId="2147483662"/>
            <pc:sldLayoutMk cId="1954762713" sldId="2147483673"/>
          </pc:sldLayoutMkLst>
        </pc:sldLayoutChg>
      </pc:sldMasterChg>
      <pc:sldMasterChg chg="new del mod addSldLayout delSldLayout">
        <pc:chgData name="관리자" userId="5d01e66d-b35a-4e8a-b29e-8b191b24f2bd" providerId="ADAL" clId="{D92C99A4-96A3-47A5-915B-ED6803318BE3}" dt="2023-12-08T03:07:04.972" v="386" actId="6938"/>
        <pc:sldMasterMkLst>
          <pc:docMk/>
          <pc:sldMasterMk cId="2950360095" sldId="2147483663"/>
        </pc:sldMasterMkLst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598147202" sldId="2147483664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1117946212" sldId="2147483665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21881386" sldId="2147483666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1539545206" sldId="2147483667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1560403315" sldId="2147483668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3341734286" sldId="2147483669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3893136288" sldId="2147483670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3049309" sldId="2147483671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2419092435" sldId="2147483672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3268577665" sldId="2147483673"/>
          </pc:sldLayoutMkLst>
        </pc:sldLayoutChg>
        <pc:sldLayoutChg chg="new del replId">
          <pc:chgData name="관리자" userId="5d01e66d-b35a-4e8a-b29e-8b191b24f2bd" providerId="ADAL" clId="{D92C99A4-96A3-47A5-915B-ED6803318BE3}" dt="2023-12-08T03:07:04.972" v="386" actId="6938"/>
          <pc:sldLayoutMkLst>
            <pc:docMk/>
            <pc:sldMasterMk cId="2950360095" sldId="2147483663"/>
            <pc:sldLayoutMk cId="885639372" sldId="2147483674"/>
          </pc:sldLayoutMkLst>
        </pc:sldLayoutChg>
      </pc:sldMasterChg>
      <pc:sldMasterChg chg="add del mod addSldLayout delSldLayout modSldLayout">
        <pc:chgData name="관리자" userId="5d01e66d-b35a-4e8a-b29e-8b191b24f2bd" providerId="ADAL" clId="{D92C99A4-96A3-47A5-915B-ED6803318BE3}" dt="2023-12-08T03:07:04.497" v="385" actId="2890"/>
        <pc:sldMasterMkLst>
          <pc:docMk/>
          <pc:sldMasterMk cId="3718373726" sldId="2147483675"/>
        </pc:sldMasterMkLst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1727341902" sldId="2147483676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1815516347" sldId="2147483677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4043479781" sldId="2147483678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347975105" sldId="2147483679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4055484794" sldId="2147483680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2308982227" sldId="2147483681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3804754499" sldId="2147483682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4104871251" sldId="2147483683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2876466262" sldId="2147483684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2454943562" sldId="2147483685"/>
          </pc:sldLayoutMkLst>
        </pc:sldLayoutChg>
        <pc:sldLayoutChg chg="add del mod replId">
          <pc:chgData name="관리자" userId="5d01e66d-b35a-4e8a-b29e-8b191b24f2bd" providerId="ADAL" clId="{D92C99A4-96A3-47A5-915B-ED6803318BE3}" dt="2023-12-08T03:07:04.497" v="385" actId="2890"/>
          <pc:sldLayoutMkLst>
            <pc:docMk/>
            <pc:sldMasterMk cId="3718373726" sldId="2147483675"/>
            <pc:sldLayoutMk cId="2490848999" sldId="2147483686"/>
          </pc:sldLayoutMkLst>
        </pc:sldLayoutChg>
      </pc:sldMasterChg>
    </pc:docChg>
  </pc:docChgLst>
  <pc:docChgLst>
    <pc:chgData name="한기섭" userId="c340d6be-ee66-466d-9e6a-6d74a0dfe6a0" providerId="ADAL" clId="{120DCE4B-1104-41F1-A5F5-289FB4BCCDB7}"/>
    <pc:docChg chg="modSld">
      <pc:chgData name="한기섭" userId="c340d6be-ee66-466d-9e6a-6d74a0dfe6a0" providerId="ADAL" clId="{120DCE4B-1104-41F1-A5F5-289FB4BCCDB7}" dt="2023-12-08T06:53:55.354" v="1" actId="1076"/>
      <pc:docMkLst>
        <pc:docMk/>
      </pc:docMkLst>
      <pc:sldChg chg="modSp mod">
        <pc:chgData name="한기섭" userId="c340d6be-ee66-466d-9e6a-6d74a0dfe6a0" providerId="ADAL" clId="{120DCE4B-1104-41F1-A5F5-289FB4BCCDB7}" dt="2023-12-08T06:53:55.354" v="1" actId="1076"/>
        <pc:sldMkLst>
          <pc:docMk/>
          <pc:sldMk cId="3620052692" sldId="287"/>
        </pc:sldMkLst>
        <pc:spChg chg="mod">
          <ac:chgData name="한기섭" userId="c340d6be-ee66-466d-9e6a-6d74a0dfe6a0" providerId="ADAL" clId="{120DCE4B-1104-41F1-A5F5-289FB4BCCDB7}" dt="2023-12-08T06:53:55.354" v="1" actId="1076"/>
          <ac:spMkLst>
            <pc:docMk/>
            <pc:sldMk cId="3620052692" sldId="287"/>
            <ac:spMk id="8" creationId="{6E61E103-55C2-F210-CF98-85F8FFC09297}"/>
          </ac:spMkLst>
        </pc:spChg>
      </pc:sldChg>
    </pc:docChg>
  </pc:docChgLst>
  <pc:docChgLst>
    <pc:chgData name="관리자" userId="5d01e66d-b35a-4e8a-b29e-8b191b24f2bd" providerId="ADAL" clId="{FB11420A-3BD7-4B33-979A-14639BF62873}"/>
    <pc:docChg chg="undo custSel delSld modSld">
      <pc:chgData name="관리자" userId="5d01e66d-b35a-4e8a-b29e-8b191b24f2bd" providerId="ADAL" clId="{FB11420A-3BD7-4B33-979A-14639BF62873}" dt="2023-12-08T04:06:40.041" v="103" actId="20577"/>
      <pc:docMkLst>
        <pc:docMk/>
      </pc:docMkLst>
      <pc:sldChg chg="modSp mod">
        <pc:chgData name="관리자" userId="5d01e66d-b35a-4e8a-b29e-8b191b24f2bd" providerId="ADAL" clId="{FB11420A-3BD7-4B33-979A-14639BF62873}" dt="2023-12-08T04:06:40.041" v="103" actId="20577"/>
        <pc:sldMkLst>
          <pc:docMk/>
          <pc:sldMk cId="55935050" sldId="280"/>
        </pc:sldMkLst>
        <pc:spChg chg="mod">
          <ac:chgData name="관리자" userId="5d01e66d-b35a-4e8a-b29e-8b191b24f2bd" providerId="ADAL" clId="{FB11420A-3BD7-4B33-979A-14639BF62873}" dt="2023-12-08T04:05:29.210" v="98" actId="21"/>
          <ac:spMkLst>
            <pc:docMk/>
            <pc:sldMk cId="55935050" sldId="280"/>
            <ac:spMk id="3" creationId="{86269B10-B6B4-8C52-ED23-58F5DD78407B}"/>
          </ac:spMkLst>
        </pc:spChg>
        <pc:graphicFrameChg chg="modGraphic">
          <ac:chgData name="관리자" userId="5d01e66d-b35a-4e8a-b29e-8b191b24f2bd" providerId="ADAL" clId="{FB11420A-3BD7-4B33-979A-14639BF62873}" dt="2023-12-08T04:06:40.041" v="103" actId="20577"/>
          <ac:graphicFrameMkLst>
            <pc:docMk/>
            <pc:sldMk cId="55935050" sldId="280"/>
            <ac:graphicFrameMk id="4" creationId="{EBFAE1A1-1106-1540-6021-D2D00F53E647}"/>
          </ac:graphicFrameMkLst>
        </pc:graphicFrameChg>
        <pc:graphicFrameChg chg="modGraphic">
          <ac:chgData name="관리자" userId="5d01e66d-b35a-4e8a-b29e-8b191b24f2bd" providerId="ADAL" clId="{FB11420A-3BD7-4B33-979A-14639BF62873}" dt="2023-12-08T04:05:17.128" v="72" actId="6549"/>
          <ac:graphicFrameMkLst>
            <pc:docMk/>
            <pc:sldMk cId="55935050" sldId="280"/>
            <ac:graphicFrameMk id="5" creationId="{A38B1601-CDC7-9D63-6122-4749352A48A0}"/>
          </ac:graphicFrameMkLst>
        </pc:graphicFrameChg>
      </pc:sldChg>
      <pc:sldChg chg="del">
        <pc:chgData name="관리자" userId="5d01e66d-b35a-4e8a-b29e-8b191b24f2bd" providerId="ADAL" clId="{FB11420A-3BD7-4B33-979A-14639BF62873}" dt="2023-12-08T04:01:47.791" v="0" actId="47"/>
        <pc:sldMkLst>
          <pc:docMk/>
          <pc:sldMk cId="1093996744" sldId="281"/>
        </pc:sldMkLst>
      </pc:sldChg>
      <pc:sldChg chg="del">
        <pc:chgData name="관리자" userId="5d01e66d-b35a-4e8a-b29e-8b191b24f2bd" providerId="ADAL" clId="{FB11420A-3BD7-4B33-979A-14639BF62873}" dt="2023-12-08T04:01:47.791" v="0" actId="47"/>
        <pc:sldMkLst>
          <pc:docMk/>
          <pc:sldMk cId="1825636065" sldId="282"/>
        </pc:sldMkLst>
      </pc:sldChg>
      <pc:sldChg chg="del">
        <pc:chgData name="관리자" userId="5d01e66d-b35a-4e8a-b29e-8b191b24f2bd" providerId="ADAL" clId="{FB11420A-3BD7-4B33-979A-14639BF62873}" dt="2023-12-08T04:01:47.791" v="0" actId="47"/>
        <pc:sldMkLst>
          <pc:docMk/>
          <pc:sldMk cId="1855439282" sldId="283"/>
        </pc:sldMkLst>
      </pc:sldChg>
      <pc:sldChg chg="del">
        <pc:chgData name="관리자" userId="5d01e66d-b35a-4e8a-b29e-8b191b24f2bd" providerId="ADAL" clId="{FB11420A-3BD7-4B33-979A-14639BF62873}" dt="2023-12-08T04:01:47.791" v="0" actId="47"/>
        <pc:sldMkLst>
          <pc:docMk/>
          <pc:sldMk cId="3002445348" sldId="284"/>
        </pc:sldMkLst>
      </pc:sldChg>
      <pc:sldChg chg="del">
        <pc:chgData name="관리자" userId="5d01e66d-b35a-4e8a-b29e-8b191b24f2bd" providerId="ADAL" clId="{FB11420A-3BD7-4B33-979A-14639BF62873}" dt="2023-12-08T04:01:47.791" v="0" actId="47"/>
        <pc:sldMkLst>
          <pc:docMk/>
          <pc:sldMk cId="483493318" sldId="285"/>
        </pc:sldMkLst>
      </pc:sldChg>
      <pc:sldChg chg="del">
        <pc:chgData name="관리자" userId="5d01e66d-b35a-4e8a-b29e-8b191b24f2bd" providerId="ADAL" clId="{FB11420A-3BD7-4B33-979A-14639BF62873}" dt="2023-12-08T04:01:47.791" v="0" actId="47"/>
        <pc:sldMkLst>
          <pc:docMk/>
          <pc:sldMk cId="679690350" sldId="286"/>
        </pc:sldMkLst>
      </pc:sldChg>
      <pc:sldChg chg="addSp delSp modSp mod">
        <pc:chgData name="관리자" userId="5d01e66d-b35a-4e8a-b29e-8b191b24f2bd" providerId="ADAL" clId="{FB11420A-3BD7-4B33-979A-14639BF62873}" dt="2023-12-08T04:05:39.083" v="99"/>
        <pc:sldMkLst>
          <pc:docMk/>
          <pc:sldMk cId="3620052692" sldId="287"/>
        </pc:sldMkLst>
        <pc:spChg chg="mod">
          <ac:chgData name="관리자" userId="5d01e66d-b35a-4e8a-b29e-8b191b24f2bd" providerId="ADAL" clId="{FB11420A-3BD7-4B33-979A-14639BF62873}" dt="2023-12-08T04:05:39.083" v="99"/>
          <ac:spMkLst>
            <pc:docMk/>
            <pc:sldMk cId="3620052692" sldId="287"/>
            <ac:spMk id="3" creationId="{86269B10-B6B4-8C52-ED23-58F5DD78407B}"/>
          </ac:spMkLst>
        </pc:spChg>
        <pc:spChg chg="add del mod">
          <ac:chgData name="관리자" userId="5d01e66d-b35a-4e8a-b29e-8b191b24f2bd" providerId="ADAL" clId="{FB11420A-3BD7-4B33-979A-14639BF62873}" dt="2023-12-08T04:03:46.412" v="25" actId="478"/>
          <ac:spMkLst>
            <pc:docMk/>
            <pc:sldMk cId="3620052692" sldId="287"/>
            <ac:spMk id="6" creationId="{B00C835F-9A07-2CDD-6611-4C151E6BF94A}"/>
          </ac:spMkLst>
        </pc:spChg>
        <pc:spChg chg="add mod">
          <ac:chgData name="관리자" userId="5d01e66d-b35a-4e8a-b29e-8b191b24f2bd" providerId="ADAL" clId="{FB11420A-3BD7-4B33-979A-14639BF62873}" dt="2023-12-08T04:04:36.805" v="47" actId="1076"/>
          <ac:spMkLst>
            <pc:docMk/>
            <pc:sldMk cId="3620052692" sldId="287"/>
            <ac:spMk id="8" creationId="{6E61E103-55C2-F210-CF98-85F8FFC09297}"/>
          </ac:spMkLst>
        </pc:spChg>
        <pc:graphicFrameChg chg="mod modGraphic">
          <ac:chgData name="관리자" userId="5d01e66d-b35a-4e8a-b29e-8b191b24f2bd" providerId="ADAL" clId="{FB11420A-3BD7-4B33-979A-14639BF62873}" dt="2023-12-08T04:02:08.157" v="7" actId="6549"/>
          <ac:graphicFrameMkLst>
            <pc:docMk/>
            <pc:sldMk cId="3620052692" sldId="287"/>
            <ac:graphicFrameMk id="4" creationId="{895434AD-E293-3656-1EC7-BE6D635C7D1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98C8D-4BA5-453F-A4D4-41094B28C14A}" type="datetimeFigureOut">
              <a:rPr lang="ko-KR" altLang="en-US" smtClean="0"/>
              <a:t>2024-10-04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48D96-EC54-4EC3-A518-57F9B07688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54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678C1-EA07-4FAA-97B0-F2D9A41D7DEB}" type="datetimeFigureOut">
              <a:rPr lang="ko-KR" altLang="en-US" smtClean="0"/>
              <a:t>2024-10-04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DF722-57BB-44D1-8128-501E88E1E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87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3">
            <a:extLst>
              <a:ext uri="{FF2B5EF4-FFF2-40B4-BE49-F238E27FC236}">
                <a16:creationId xmlns:a16="http://schemas.microsoft.com/office/drawing/2014/main" id="{A0C5D111-DB73-1370-49F5-C016BE69CC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439" y="953080"/>
            <a:ext cx="6205124" cy="32020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0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/>
                <a:ea typeface="나눔스퀘어 Bold"/>
              </a:defRPr>
            </a:lvl1pPr>
            <a:lvl2pPr marL="304805" indent="0">
              <a:buFontTx/>
              <a:buNone/>
              <a:defRPr sz="1400">
                <a:solidFill>
                  <a:srgbClr val="00B0F0"/>
                </a:solidFill>
                <a:latin typeface="나눔명조"/>
                <a:ea typeface="나눔명조"/>
              </a:defRPr>
            </a:lvl2pPr>
            <a:lvl3pPr marL="914417" indent="-304805">
              <a:buFont typeface="+mj-lt"/>
              <a:buAutoNum type="arabicPeriod"/>
              <a:defRPr/>
            </a:lvl3pPr>
            <a:lvl4pPr marL="1219221" indent="-304805">
              <a:buFont typeface="+mj-lt"/>
              <a:buAutoNum type="arabicPeriod"/>
              <a:defRPr/>
            </a:lvl4pPr>
            <a:lvl5pPr marL="1524027" indent="-304805">
              <a:buFont typeface="+mj-lt"/>
              <a:buAutoNum type="arabicPeriod"/>
              <a:defRPr/>
            </a:lvl5pPr>
          </a:lstStyle>
          <a:p>
            <a:pPr lvl="0">
              <a:defRPr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273AFC-ABE2-1911-7236-21839E6A9C8F}"/>
              </a:ext>
            </a:extLst>
          </p:cNvPr>
          <p:cNvSpPr/>
          <p:nvPr userDrawn="1"/>
        </p:nvSpPr>
        <p:spPr>
          <a:xfrm>
            <a:off x="326438" y="917733"/>
            <a:ext cx="6205124" cy="6307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290" tIns="40645" rIns="81290" bIns="40645" anchor="ctr"/>
          <a:lstStyle/>
          <a:p>
            <a:pPr algn="ctr">
              <a:defRPr/>
            </a:pPr>
            <a:endParaRPr lang="ko-KR" altLang="en-US">
              <a:latin typeface="나눔스퀘어"/>
              <a:ea typeface="나눔스퀘어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F4E6B-834D-4026-693E-83AE395948CC}"/>
              </a:ext>
            </a:extLst>
          </p:cNvPr>
          <p:cNvSpPr txBox="1"/>
          <p:nvPr userDrawn="1"/>
        </p:nvSpPr>
        <p:spPr>
          <a:xfrm>
            <a:off x="256336" y="271917"/>
            <a:ext cx="698249" cy="390899"/>
          </a:xfrm>
          <a:prstGeom prst="rect">
            <a:avLst/>
          </a:prstGeom>
          <a:noFill/>
        </p:spPr>
        <p:txBody>
          <a:bodyPr wrap="square" lIns="81290" tIns="40645" rIns="81290" bIns="40645">
            <a:spAutoFit/>
          </a:bodyPr>
          <a:lstStyle/>
          <a:p>
            <a:pPr lvl="0">
              <a:defRPr/>
            </a:pPr>
            <a:r>
              <a:rPr lang="en-US" altLang="ko-KR" sz="2000" b="0" spc="-133" dirty="0">
                <a:latin typeface="나눔스퀘어 ExtraBold"/>
                <a:ea typeface="나눔스퀘어 ExtraBold"/>
                <a:cs typeface="+mj-cs"/>
              </a:rPr>
              <a:t>01</a:t>
            </a:r>
            <a:endParaRPr lang="ko-KR" altLang="en-US" sz="2000" b="0" spc="-133" dirty="0">
              <a:latin typeface="나눔스퀘어 ExtraBold"/>
              <a:ea typeface="나눔스퀘어 ExtraBold"/>
              <a:cs typeface="+mj-cs"/>
            </a:endParaRPr>
          </a:p>
        </p:txBody>
      </p:sp>
      <p:sp>
        <p:nvSpPr>
          <p:cNvPr id="10" name="제목 3">
            <a:extLst>
              <a:ext uri="{FF2B5EF4-FFF2-40B4-BE49-F238E27FC236}">
                <a16:creationId xmlns:a16="http://schemas.microsoft.com/office/drawing/2014/main" id="{D83F3EED-DB1C-0787-E7F9-2448B6E001B8}"/>
              </a:ext>
            </a:extLst>
          </p:cNvPr>
          <p:cNvSpPr txBox="1"/>
          <p:nvPr userDrawn="1"/>
        </p:nvSpPr>
        <p:spPr>
          <a:xfrm>
            <a:off x="729235" y="307266"/>
            <a:ext cx="2174110" cy="320203"/>
          </a:xfrm>
          <a:prstGeom prst="rect">
            <a:avLst/>
          </a:prstGeom>
        </p:spPr>
        <p:txBody>
          <a:bodyPr vert="horz" lIns="81290" tIns="40645" rIns="81290" bIns="40645" anchor="ctr">
            <a:noAutofit/>
          </a:bodyPr>
          <a:lstStyle>
            <a:lvl1pPr algn="l" defTabSz="755934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37" kern="1200">
                <a:solidFill>
                  <a:schemeClr val="tx1"/>
                </a:solidFill>
                <a:latin typeface="나눔스퀘어"/>
                <a:ea typeface="나눔스퀘어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1800" dirty="0">
                <a:latin typeface="나눔스퀘어 ExtraBold"/>
                <a:ea typeface="나눔스퀘어 ExtraBold"/>
                <a:cs typeface="+mj-cs"/>
              </a:rPr>
              <a:t>경력사항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3665B24-94EC-A818-B1FC-67D598CC7B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6438" y="1276959"/>
            <a:ext cx="6205124" cy="32020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200">
                <a:solidFill>
                  <a:schemeClr val="accent6">
                    <a:lumMod val="75000"/>
                  </a:schemeClr>
                </a:solidFill>
                <a:latin typeface="나눔스퀘어 Bold"/>
                <a:ea typeface="나눔스퀘어 Bold"/>
              </a:defRPr>
            </a:lvl1pPr>
            <a:lvl2pPr marL="304805" indent="0">
              <a:buFontTx/>
              <a:buNone/>
              <a:defRPr sz="1400">
                <a:solidFill>
                  <a:srgbClr val="00B0F0"/>
                </a:solidFill>
                <a:latin typeface="나눔명조"/>
                <a:ea typeface="나눔명조"/>
              </a:defRPr>
            </a:lvl2pPr>
            <a:lvl3pPr marL="914417" indent="-304805">
              <a:buFont typeface="+mj-lt"/>
              <a:buAutoNum type="arabicPeriod"/>
              <a:defRPr/>
            </a:lvl3pPr>
            <a:lvl4pPr marL="1219221" indent="-304805">
              <a:buFont typeface="+mj-lt"/>
              <a:buAutoNum type="arabicPeriod"/>
              <a:defRPr/>
            </a:lvl4pPr>
            <a:lvl5pPr marL="1524027" indent="-304805">
              <a:buFont typeface="+mj-lt"/>
              <a:buAutoNum type="arabicPeriod"/>
              <a:defRPr/>
            </a:lvl5pPr>
          </a:lstStyle>
          <a:p>
            <a:pPr lvl="0">
              <a:defRPr/>
            </a:pPr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9111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3">
            <a:extLst>
              <a:ext uri="{FF2B5EF4-FFF2-40B4-BE49-F238E27FC236}">
                <a16:creationId xmlns:a16="http://schemas.microsoft.com/office/drawing/2014/main" id="{A0C5D111-DB73-1370-49F5-C016BE69CC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439" y="953080"/>
            <a:ext cx="6205124" cy="32020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0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/>
                <a:ea typeface="나눔스퀘어 Bold"/>
              </a:defRPr>
            </a:lvl1pPr>
            <a:lvl2pPr marL="304805" indent="0">
              <a:buFontTx/>
              <a:buNone/>
              <a:defRPr sz="1400">
                <a:solidFill>
                  <a:srgbClr val="00B0F0"/>
                </a:solidFill>
                <a:latin typeface="나눔명조"/>
                <a:ea typeface="나눔명조"/>
              </a:defRPr>
            </a:lvl2pPr>
            <a:lvl3pPr marL="914417" indent="-304805">
              <a:buFont typeface="+mj-lt"/>
              <a:buAutoNum type="arabicPeriod"/>
              <a:defRPr/>
            </a:lvl3pPr>
            <a:lvl4pPr marL="1219221" indent="-304805">
              <a:buFont typeface="+mj-lt"/>
              <a:buAutoNum type="arabicPeriod"/>
              <a:defRPr/>
            </a:lvl4pPr>
            <a:lvl5pPr marL="1524027" indent="-304805">
              <a:buFont typeface="+mj-lt"/>
              <a:buAutoNum type="arabicPeriod"/>
              <a:defRPr/>
            </a:lvl5pPr>
          </a:lstStyle>
          <a:p>
            <a:pPr lvl="0">
              <a:defRPr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273AFC-ABE2-1911-7236-21839E6A9C8F}"/>
              </a:ext>
            </a:extLst>
          </p:cNvPr>
          <p:cNvSpPr/>
          <p:nvPr userDrawn="1"/>
        </p:nvSpPr>
        <p:spPr>
          <a:xfrm>
            <a:off x="326438" y="917733"/>
            <a:ext cx="6205124" cy="6307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290" tIns="40645" rIns="81290" bIns="40645" anchor="ctr"/>
          <a:lstStyle/>
          <a:p>
            <a:pPr algn="ctr">
              <a:defRPr/>
            </a:pPr>
            <a:endParaRPr lang="ko-KR" altLang="en-US">
              <a:latin typeface="나눔스퀘어"/>
              <a:ea typeface="나눔스퀘어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F4E6B-834D-4026-693E-83AE395948CC}"/>
              </a:ext>
            </a:extLst>
          </p:cNvPr>
          <p:cNvSpPr txBox="1"/>
          <p:nvPr userDrawn="1"/>
        </p:nvSpPr>
        <p:spPr>
          <a:xfrm>
            <a:off x="256336" y="271917"/>
            <a:ext cx="698249" cy="390899"/>
          </a:xfrm>
          <a:prstGeom prst="rect">
            <a:avLst/>
          </a:prstGeom>
          <a:noFill/>
        </p:spPr>
        <p:txBody>
          <a:bodyPr wrap="square" lIns="81290" tIns="40645" rIns="81290" bIns="40645">
            <a:spAutoFit/>
          </a:bodyPr>
          <a:lstStyle/>
          <a:p>
            <a:pPr lvl="0">
              <a:defRPr/>
            </a:pPr>
            <a:r>
              <a:rPr lang="en-US" altLang="ko-KR" sz="2000" b="0" spc="-133" dirty="0">
                <a:latin typeface="나눔스퀘어 ExtraBold"/>
                <a:ea typeface="나눔스퀘어 ExtraBold"/>
                <a:cs typeface="+mj-cs"/>
              </a:rPr>
              <a:t>02</a:t>
            </a:r>
            <a:endParaRPr lang="ko-KR" altLang="en-US" sz="2000" b="0" spc="-133" dirty="0">
              <a:latin typeface="나눔스퀘어 ExtraBold"/>
              <a:ea typeface="나눔스퀘어 ExtraBold"/>
              <a:cs typeface="+mj-cs"/>
            </a:endParaRPr>
          </a:p>
        </p:txBody>
      </p:sp>
      <p:sp>
        <p:nvSpPr>
          <p:cNvPr id="10" name="제목 3">
            <a:extLst>
              <a:ext uri="{FF2B5EF4-FFF2-40B4-BE49-F238E27FC236}">
                <a16:creationId xmlns:a16="http://schemas.microsoft.com/office/drawing/2014/main" id="{D83F3EED-DB1C-0787-E7F9-2448B6E001B8}"/>
              </a:ext>
            </a:extLst>
          </p:cNvPr>
          <p:cNvSpPr txBox="1"/>
          <p:nvPr userDrawn="1"/>
        </p:nvSpPr>
        <p:spPr>
          <a:xfrm>
            <a:off x="729235" y="307266"/>
            <a:ext cx="2174110" cy="320203"/>
          </a:xfrm>
          <a:prstGeom prst="rect">
            <a:avLst/>
          </a:prstGeom>
        </p:spPr>
        <p:txBody>
          <a:bodyPr vert="horz" lIns="81290" tIns="40645" rIns="81290" bIns="40645" anchor="ctr">
            <a:noAutofit/>
          </a:bodyPr>
          <a:lstStyle>
            <a:lvl1pPr algn="l" defTabSz="755934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37" kern="1200">
                <a:solidFill>
                  <a:schemeClr val="tx1"/>
                </a:solidFill>
                <a:latin typeface="나눔스퀘어"/>
                <a:ea typeface="나눔스퀘어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1800" baseline="0" dirty="0">
                <a:latin typeface="나눔스퀘어 ExtraBold"/>
                <a:ea typeface="나눔스퀘어 ExtraBold"/>
                <a:cs typeface="+mj-cs"/>
              </a:rPr>
              <a:t>스킬 </a:t>
            </a:r>
            <a:r>
              <a:rPr lang="ko-KR" altLang="en-US" sz="1800" baseline="0" dirty="0" err="1">
                <a:latin typeface="나눔스퀘어 ExtraBold"/>
                <a:ea typeface="나눔스퀘어 ExtraBold"/>
                <a:cs typeface="+mj-cs"/>
              </a:rPr>
              <a:t>인벤토리</a:t>
            </a:r>
            <a:endParaRPr lang="ko-KR" altLang="en-US" sz="1800" dirty="0">
              <a:latin typeface="나눔스퀘어 ExtraBold"/>
              <a:ea typeface="나눔스퀘어 ExtraBold"/>
              <a:cs typeface="+mj-cs"/>
            </a:endParaRP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3665B24-94EC-A818-B1FC-67D598CC7B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6438" y="1276959"/>
            <a:ext cx="6205124" cy="32020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200">
                <a:solidFill>
                  <a:schemeClr val="accent6">
                    <a:lumMod val="75000"/>
                  </a:schemeClr>
                </a:solidFill>
                <a:latin typeface="나눔스퀘어 Bold"/>
                <a:ea typeface="나눔스퀘어 Bold"/>
              </a:defRPr>
            </a:lvl1pPr>
            <a:lvl2pPr marL="304805" indent="0">
              <a:buFontTx/>
              <a:buNone/>
              <a:defRPr sz="1400">
                <a:solidFill>
                  <a:srgbClr val="00B0F0"/>
                </a:solidFill>
                <a:latin typeface="나눔명조"/>
                <a:ea typeface="나눔명조"/>
              </a:defRPr>
            </a:lvl2pPr>
            <a:lvl3pPr marL="914417" indent="-304805">
              <a:buFont typeface="+mj-lt"/>
              <a:buAutoNum type="arabicPeriod"/>
              <a:defRPr/>
            </a:lvl3pPr>
            <a:lvl4pPr marL="1219221" indent="-304805">
              <a:buFont typeface="+mj-lt"/>
              <a:buAutoNum type="arabicPeriod"/>
              <a:defRPr/>
            </a:lvl4pPr>
            <a:lvl5pPr marL="1524027" indent="-304805">
              <a:buFont typeface="+mj-lt"/>
              <a:buAutoNum type="arabicPeriod"/>
              <a:defRPr/>
            </a:lvl5pPr>
          </a:lstStyle>
          <a:p>
            <a:pPr lvl="0">
              <a:defRPr/>
            </a:pPr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2492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61E08-E75E-4B70-B0EA-177E1FA2CCDB}" type="datetimeFigureOut">
              <a:rPr lang="ko-KR" altLang="en-US" smtClean="0"/>
              <a:t>2024-10-04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04155-AEC7-4598-BA46-02B21D63E7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26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AD7FDE-C08A-D6F4-9E23-A2D143DAA2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투입인력 경력실적 </a:t>
            </a:r>
            <a:r>
              <a:rPr lang="en-US" altLang="ko-KR" dirty="0"/>
              <a:t>1/3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69B10-B6B4-8C52-ED23-58F5DD7840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FAE1A1-1106-1540-6021-D2D00F53E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482247"/>
              </p:ext>
            </p:extLst>
          </p:nvPr>
        </p:nvGraphicFramePr>
        <p:xfrm>
          <a:off x="591418" y="4139952"/>
          <a:ext cx="5747471" cy="4072872"/>
        </p:xfrm>
        <a:graphic>
          <a:graphicData uri="http://schemas.openxmlformats.org/drawingml/2006/table">
            <a:tbl>
              <a:tblPr firstRow="1" firstCol="1" bandRow="1"/>
              <a:tblGrid>
                <a:gridCol w="1125257">
                  <a:extLst>
                    <a:ext uri="{9D8B030D-6E8A-4147-A177-3AD203B41FA5}">
                      <a16:colId xmlns:a16="http://schemas.microsoft.com/office/drawing/2014/main" val="1351747949"/>
                    </a:ext>
                  </a:extLst>
                </a:gridCol>
                <a:gridCol w="651423">
                  <a:extLst>
                    <a:ext uri="{9D8B030D-6E8A-4147-A177-3AD203B41FA5}">
                      <a16:colId xmlns:a16="http://schemas.microsoft.com/office/drawing/2014/main" val="2952337202"/>
                    </a:ext>
                  </a:extLst>
                </a:gridCol>
                <a:gridCol w="506663">
                  <a:extLst>
                    <a:ext uri="{9D8B030D-6E8A-4147-A177-3AD203B41FA5}">
                      <a16:colId xmlns:a16="http://schemas.microsoft.com/office/drawing/2014/main" val="384803782"/>
                    </a:ext>
                  </a:extLst>
                </a:gridCol>
                <a:gridCol w="651423">
                  <a:extLst>
                    <a:ext uri="{9D8B030D-6E8A-4147-A177-3AD203B41FA5}">
                      <a16:colId xmlns:a16="http://schemas.microsoft.com/office/drawing/2014/main" val="2003796982"/>
                    </a:ext>
                  </a:extLst>
                </a:gridCol>
                <a:gridCol w="778075">
                  <a:extLst>
                    <a:ext uri="{9D8B030D-6E8A-4147-A177-3AD203B41FA5}">
                      <a16:colId xmlns:a16="http://schemas.microsoft.com/office/drawing/2014/main" val="1775157779"/>
                    </a:ext>
                  </a:extLst>
                </a:gridCol>
                <a:gridCol w="452392">
                  <a:extLst>
                    <a:ext uri="{9D8B030D-6E8A-4147-A177-3AD203B41FA5}">
                      <a16:colId xmlns:a16="http://schemas.microsoft.com/office/drawing/2014/main" val="3400442173"/>
                    </a:ext>
                  </a:extLst>
                </a:gridCol>
                <a:gridCol w="556587">
                  <a:extLst>
                    <a:ext uri="{9D8B030D-6E8A-4147-A177-3AD203B41FA5}">
                      <a16:colId xmlns:a16="http://schemas.microsoft.com/office/drawing/2014/main" val="2053908779"/>
                    </a:ext>
                  </a:extLst>
                </a:gridCol>
                <a:gridCol w="424219">
                  <a:extLst>
                    <a:ext uri="{9D8B030D-6E8A-4147-A177-3AD203B41FA5}">
                      <a16:colId xmlns:a16="http://schemas.microsoft.com/office/drawing/2014/main" val="1969163258"/>
                    </a:ext>
                  </a:extLst>
                </a:gridCol>
                <a:gridCol w="601432">
                  <a:extLst>
                    <a:ext uri="{9D8B030D-6E8A-4147-A177-3AD203B41FA5}">
                      <a16:colId xmlns:a16="http://schemas.microsoft.com/office/drawing/2014/main" val="275509163"/>
                    </a:ext>
                  </a:extLst>
                </a:gridCol>
              </a:tblGrid>
              <a:tr h="2216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사업명</a:t>
                      </a:r>
                      <a:endParaRPr lang="en-US" alt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해당분야 관련업무</a:t>
                      </a:r>
                      <a:r>
                        <a:rPr lang="en-US" altLang="ko-KR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담당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업무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참여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참여당시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발주처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사용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언어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697059"/>
                  </a:ext>
                </a:extLst>
              </a:tr>
              <a:tr h="228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390919"/>
                  </a:ext>
                </a:extLst>
              </a:tr>
              <a:tr h="530684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예시 입니다</a:t>
                      </a:r>
                      <a:r>
                        <a:rPr lang="en-US" altLang="ko-KR" sz="900" b="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2024.01~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2024.03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(3</a:t>
                      </a: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응용</a:t>
                      </a: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SW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개발</a:t>
                      </a: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2024.02~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2024.03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(2</a:t>
                      </a: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주식회사</a:t>
                      </a:r>
                      <a:endParaRPr lang="en-US" alt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0000</a:t>
                      </a: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과장</a:t>
                      </a: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한전</a:t>
                      </a: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KDN</a:t>
                      </a:r>
                      <a:r>
                        <a:rPr lang="ko-KR" altLang="en-US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㈜</a:t>
                      </a:r>
                      <a:endParaRPr lang="en-US" alt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Java, JSP</a:t>
                      </a: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471181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70400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15157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53003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039242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25422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12692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38B1601-CDC7-9D63-6122-4749352A4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01047"/>
              </p:ext>
            </p:extLst>
          </p:nvPr>
        </p:nvGraphicFramePr>
        <p:xfrm>
          <a:off x="591418" y="1691680"/>
          <a:ext cx="5742565" cy="2389074"/>
        </p:xfrm>
        <a:graphic>
          <a:graphicData uri="http://schemas.openxmlformats.org/drawingml/2006/table">
            <a:tbl>
              <a:tblPr firstRow="1" firstCol="1" bandRow="1"/>
              <a:tblGrid>
                <a:gridCol w="619590">
                  <a:extLst>
                    <a:ext uri="{9D8B030D-6E8A-4147-A177-3AD203B41FA5}">
                      <a16:colId xmlns:a16="http://schemas.microsoft.com/office/drawing/2014/main" val="3647437237"/>
                    </a:ext>
                  </a:extLst>
                </a:gridCol>
                <a:gridCol w="734756">
                  <a:extLst>
                    <a:ext uri="{9D8B030D-6E8A-4147-A177-3AD203B41FA5}">
                      <a16:colId xmlns:a16="http://schemas.microsoft.com/office/drawing/2014/main" val="1835767545"/>
                    </a:ext>
                  </a:extLst>
                </a:gridCol>
                <a:gridCol w="668940">
                  <a:extLst>
                    <a:ext uri="{9D8B030D-6E8A-4147-A177-3AD203B41FA5}">
                      <a16:colId xmlns:a16="http://schemas.microsoft.com/office/drawing/2014/main" val="3614463918"/>
                    </a:ext>
                  </a:extLst>
                </a:gridCol>
                <a:gridCol w="987378">
                  <a:extLst>
                    <a:ext uri="{9D8B030D-6E8A-4147-A177-3AD203B41FA5}">
                      <a16:colId xmlns:a16="http://schemas.microsoft.com/office/drawing/2014/main" val="714434323"/>
                    </a:ext>
                  </a:extLst>
                </a:gridCol>
                <a:gridCol w="472264">
                  <a:extLst>
                    <a:ext uri="{9D8B030D-6E8A-4147-A177-3AD203B41FA5}">
                      <a16:colId xmlns:a16="http://schemas.microsoft.com/office/drawing/2014/main" val="1092943065"/>
                    </a:ext>
                  </a:extLst>
                </a:gridCol>
                <a:gridCol w="579973">
                  <a:extLst>
                    <a:ext uri="{9D8B030D-6E8A-4147-A177-3AD203B41FA5}">
                      <a16:colId xmlns:a16="http://schemas.microsoft.com/office/drawing/2014/main" val="4282281029"/>
                    </a:ext>
                  </a:extLst>
                </a:gridCol>
                <a:gridCol w="570934">
                  <a:extLst>
                    <a:ext uri="{9D8B030D-6E8A-4147-A177-3AD203B41FA5}">
                      <a16:colId xmlns:a16="http://schemas.microsoft.com/office/drawing/2014/main" val="921880420"/>
                    </a:ext>
                  </a:extLst>
                </a:gridCol>
                <a:gridCol w="1108730">
                  <a:extLst>
                    <a:ext uri="{9D8B030D-6E8A-4147-A177-3AD203B41FA5}">
                      <a16:colId xmlns:a16="http://schemas.microsoft.com/office/drawing/2014/main" val="4027955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성명</a:t>
                      </a: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8203" marR="78203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소속</a:t>
                      </a: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주식회사</a:t>
                      </a: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0000</a:t>
                      </a: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직</a:t>
                      </a: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책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주민번호</a:t>
                      </a:r>
                      <a:endParaRPr 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6822409"/>
                  </a:ext>
                </a:extLst>
              </a:tr>
              <a:tr h="279499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최종학력</a:t>
                      </a:r>
                      <a:r>
                        <a:rPr lang="en-US" altLang="ko-KR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학교</a:t>
                      </a:r>
                      <a:r>
                        <a:rPr lang="en-US" altLang="ko-KR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err="1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졸업년도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8203" marR="78203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전  공</a:t>
                      </a:r>
                      <a:endParaRPr 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2978595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8203" marR="78203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019451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자격증 종류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취득연도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8203" marR="78203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기타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0417157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6825" marB="46825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8203" marR="78203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76911"/>
                  </a:ext>
                </a:extLst>
              </a:tr>
              <a:tr h="28223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기술등급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8203" marR="78203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5720" marR="45720" marT="46825" marB="4682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8561"/>
                  </a:ext>
                </a:extLst>
              </a:tr>
              <a:tr h="293832">
                <a:tc gridSpan="8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경  력  사  항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46825" marB="4682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173945"/>
                  </a:ext>
                </a:extLst>
              </a:tr>
              <a:tr h="30084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해당분야 업무경력</a:t>
                      </a:r>
                      <a:endParaRPr 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4005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81128" y="944523"/>
            <a:ext cx="2088232" cy="570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최신 </a:t>
            </a:r>
            <a:r>
              <a:rPr lang="ko-KR" altLang="en-US" sz="1500" dirty="0" err="1"/>
              <a:t>경력순으로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pPr algn="ctr"/>
            <a:r>
              <a:rPr lang="ko-KR" altLang="en-US" sz="1500" dirty="0"/>
              <a:t>작성 요청 드립니다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25919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AD7FDE-C08A-D6F4-9E23-A2D143DAA2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투입인력 경력실적 </a:t>
            </a:r>
            <a:r>
              <a:rPr lang="en-US" altLang="ko-KR" dirty="0"/>
              <a:t>2/3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69B10-B6B4-8C52-ED23-58F5DD7840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FAE1A1-1106-1540-6021-D2D00F53E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508709"/>
              </p:ext>
            </p:extLst>
          </p:nvPr>
        </p:nvGraphicFramePr>
        <p:xfrm>
          <a:off x="591418" y="1691680"/>
          <a:ext cx="5747471" cy="6599376"/>
        </p:xfrm>
        <a:graphic>
          <a:graphicData uri="http://schemas.openxmlformats.org/drawingml/2006/table">
            <a:tbl>
              <a:tblPr firstRow="1" firstCol="1" bandRow="1"/>
              <a:tblGrid>
                <a:gridCol w="1125257">
                  <a:extLst>
                    <a:ext uri="{9D8B030D-6E8A-4147-A177-3AD203B41FA5}">
                      <a16:colId xmlns:a16="http://schemas.microsoft.com/office/drawing/2014/main" val="1351747949"/>
                    </a:ext>
                  </a:extLst>
                </a:gridCol>
                <a:gridCol w="651423">
                  <a:extLst>
                    <a:ext uri="{9D8B030D-6E8A-4147-A177-3AD203B41FA5}">
                      <a16:colId xmlns:a16="http://schemas.microsoft.com/office/drawing/2014/main" val="2952337202"/>
                    </a:ext>
                  </a:extLst>
                </a:gridCol>
                <a:gridCol w="506663">
                  <a:extLst>
                    <a:ext uri="{9D8B030D-6E8A-4147-A177-3AD203B41FA5}">
                      <a16:colId xmlns:a16="http://schemas.microsoft.com/office/drawing/2014/main" val="384803782"/>
                    </a:ext>
                  </a:extLst>
                </a:gridCol>
                <a:gridCol w="651423">
                  <a:extLst>
                    <a:ext uri="{9D8B030D-6E8A-4147-A177-3AD203B41FA5}">
                      <a16:colId xmlns:a16="http://schemas.microsoft.com/office/drawing/2014/main" val="2003796982"/>
                    </a:ext>
                  </a:extLst>
                </a:gridCol>
                <a:gridCol w="778075">
                  <a:extLst>
                    <a:ext uri="{9D8B030D-6E8A-4147-A177-3AD203B41FA5}">
                      <a16:colId xmlns:a16="http://schemas.microsoft.com/office/drawing/2014/main" val="1775157779"/>
                    </a:ext>
                  </a:extLst>
                </a:gridCol>
                <a:gridCol w="452392">
                  <a:extLst>
                    <a:ext uri="{9D8B030D-6E8A-4147-A177-3AD203B41FA5}">
                      <a16:colId xmlns:a16="http://schemas.microsoft.com/office/drawing/2014/main" val="3400442173"/>
                    </a:ext>
                  </a:extLst>
                </a:gridCol>
                <a:gridCol w="556587">
                  <a:extLst>
                    <a:ext uri="{9D8B030D-6E8A-4147-A177-3AD203B41FA5}">
                      <a16:colId xmlns:a16="http://schemas.microsoft.com/office/drawing/2014/main" val="2053908779"/>
                    </a:ext>
                  </a:extLst>
                </a:gridCol>
                <a:gridCol w="424219">
                  <a:extLst>
                    <a:ext uri="{9D8B030D-6E8A-4147-A177-3AD203B41FA5}">
                      <a16:colId xmlns:a16="http://schemas.microsoft.com/office/drawing/2014/main" val="1969163258"/>
                    </a:ext>
                  </a:extLst>
                </a:gridCol>
                <a:gridCol w="601432">
                  <a:extLst>
                    <a:ext uri="{9D8B030D-6E8A-4147-A177-3AD203B41FA5}">
                      <a16:colId xmlns:a16="http://schemas.microsoft.com/office/drawing/2014/main" val="275509163"/>
                    </a:ext>
                  </a:extLst>
                </a:gridCol>
              </a:tblGrid>
              <a:tr h="2216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사업명</a:t>
                      </a:r>
                      <a:endParaRPr lang="en-US" alt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해당분야 관련업무</a:t>
                      </a:r>
                      <a:r>
                        <a:rPr lang="en-US" altLang="ko-KR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담당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업무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참여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참여당시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발주처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사용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언어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697059"/>
                  </a:ext>
                </a:extLst>
              </a:tr>
              <a:tr h="228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390919"/>
                  </a:ext>
                </a:extLst>
              </a:tr>
              <a:tr h="530684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0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0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0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471181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70400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15157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53003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039242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25422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126927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1239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994326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7089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487590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49263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0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AD7FDE-C08A-D6F4-9E23-A2D143DAA2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투입인력 경력실적 </a:t>
            </a:r>
            <a:r>
              <a:rPr lang="en-US" altLang="ko-KR" dirty="0"/>
              <a:t>3/3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69B10-B6B4-8C52-ED23-58F5DD7840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FAE1A1-1106-1540-6021-D2D00F53E647}"/>
              </a:ext>
            </a:extLst>
          </p:cNvPr>
          <p:cNvGraphicFramePr>
            <a:graphicFrameLocks noGrp="1"/>
          </p:cNvGraphicFramePr>
          <p:nvPr/>
        </p:nvGraphicFramePr>
        <p:xfrm>
          <a:off x="591418" y="1691680"/>
          <a:ext cx="5747471" cy="6599376"/>
        </p:xfrm>
        <a:graphic>
          <a:graphicData uri="http://schemas.openxmlformats.org/drawingml/2006/table">
            <a:tbl>
              <a:tblPr firstRow="1" firstCol="1" bandRow="1"/>
              <a:tblGrid>
                <a:gridCol w="1125257">
                  <a:extLst>
                    <a:ext uri="{9D8B030D-6E8A-4147-A177-3AD203B41FA5}">
                      <a16:colId xmlns:a16="http://schemas.microsoft.com/office/drawing/2014/main" val="1351747949"/>
                    </a:ext>
                  </a:extLst>
                </a:gridCol>
                <a:gridCol w="651423">
                  <a:extLst>
                    <a:ext uri="{9D8B030D-6E8A-4147-A177-3AD203B41FA5}">
                      <a16:colId xmlns:a16="http://schemas.microsoft.com/office/drawing/2014/main" val="2952337202"/>
                    </a:ext>
                  </a:extLst>
                </a:gridCol>
                <a:gridCol w="506663">
                  <a:extLst>
                    <a:ext uri="{9D8B030D-6E8A-4147-A177-3AD203B41FA5}">
                      <a16:colId xmlns:a16="http://schemas.microsoft.com/office/drawing/2014/main" val="384803782"/>
                    </a:ext>
                  </a:extLst>
                </a:gridCol>
                <a:gridCol w="651423">
                  <a:extLst>
                    <a:ext uri="{9D8B030D-6E8A-4147-A177-3AD203B41FA5}">
                      <a16:colId xmlns:a16="http://schemas.microsoft.com/office/drawing/2014/main" val="2003796982"/>
                    </a:ext>
                  </a:extLst>
                </a:gridCol>
                <a:gridCol w="778075">
                  <a:extLst>
                    <a:ext uri="{9D8B030D-6E8A-4147-A177-3AD203B41FA5}">
                      <a16:colId xmlns:a16="http://schemas.microsoft.com/office/drawing/2014/main" val="1775157779"/>
                    </a:ext>
                  </a:extLst>
                </a:gridCol>
                <a:gridCol w="452392">
                  <a:extLst>
                    <a:ext uri="{9D8B030D-6E8A-4147-A177-3AD203B41FA5}">
                      <a16:colId xmlns:a16="http://schemas.microsoft.com/office/drawing/2014/main" val="3400442173"/>
                    </a:ext>
                  </a:extLst>
                </a:gridCol>
                <a:gridCol w="556587">
                  <a:extLst>
                    <a:ext uri="{9D8B030D-6E8A-4147-A177-3AD203B41FA5}">
                      <a16:colId xmlns:a16="http://schemas.microsoft.com/office/drawing/2014/main" val="2053908779"/>
                    </a:ext>
                  </a:extLst>
                </a:gridCol>
                <a:gridCol w="424219">
                  <a:extLst>
                    <a:ext uri="{9D8B030D-6E8A-4147-A177-3AD203B41FA5}">
                      <a16:colId xmlns:a16="http://schemas.microsoft.com/office/drawing/2014/main" val="1969163258"/>
                    </a:ext>
                  </a:extLst>
                </a:gridCol>
                <a:gridCol w="601432">
                  <a:extLst>
                    <a:ext uri="{9D8B030D-6E8A-4147-A177-3AD203B41FA5}">
                      <a16:colId xmlns:a16="http://schemas.microsoft.com/office/drawing/2014/main" val="275509163"/>
                    </a:ext>
                  </a:extLst>
                </a:gridCol>
              </a:tblGrid>
              <a:tr h="2216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사업명</a:t>
                      </a:r>
                      <a:endParaRPr lang="en-US" alt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해당분야 관련업무</a:t>
                      </a:r>
                      <a:r>
                        <a:rPr lang="en-US" altLang="ko-KR" sz="900" kern="100" dirty="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kern="100" dirty="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담당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업무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참여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참여당시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발주처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사업비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사용</a:t>
                      </a:r>
                      <a:endParaRPr lang="en-US" alt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언어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697059"/>
                  </a:ext>
                </a:extLst>
              </a:tr>
              <a:tr h="228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00"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kern="100"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390919"/>
                  </a:ext>
                </a:extLst>
              </a:tr>
              <a:tr h="530684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0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0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0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471181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70400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15157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b="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53003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039242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25422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126927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1239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994326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70895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487590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49263"/>
                  </a:ext>
                </a:extLst>
              </a:tr>
              <a:tr h="4210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alt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9101" marR="39101" marT="40046" marB="4004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0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62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8E79B7F-A2C7-25ED-D801-8203C97B7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7983"/>
              </p:ext>
            </p:extLst>
          </p:nvPr>
        </p:nvGraphicFramePr>
        <p:xfrm>
          <a:off x="404666" y="1572182"/>
          <a:ext cx="6192689" cy="6501184"/>
        </p:xfrm>
        <a:graphic>
          <a:graphicData uri="http://schemas.openxmlformats.org/drawingml/2006/table">
            <a:tbl>
              <a:tblPr/>
              <a:tblGrid>
                <a:gridCol w="727049">
                  <a:extLst>
                    <a:ext uri="{9D8B030D-6E8A-4147-A177-3AD203B41FA5}">
                      <a16:colId xmlns:a16="http://schemas.microsoft.com/office/drawing/2014/main" val="1170975285"/>
                    </a:ext>
                  </a:extLst>
                </a:gridCol>
                <a:gridCol w="443094">
                  <a:extLst>
                    <a:ext uri="{9D8B030D-6E8A-4147-A177-3AD203B41FA5}">
                      <a16:colId xmlns:a16="http://schemas.microsoft.com/office/drawing/2014/main" val="1922597561"/>
                    </a:ext>
                  </a:extLst>
                </a:gridCol>
                <a:gridCol w="237601">
                  <a:extLst>
                    <a:ext uri="{9D8B030D-6E8A-4147-A177-3AD203B41FA5}">
                      <a16:colId xmlns:a16="http://schemas.microsoft.com/office/drawing/2014/main" val="2464621698"/>
                    </a:ext>
                  </a:extLst>
                </a:gridCol>
                <a:gridCol w="481624">
                  <a:extLst>
                    <a:ext uri="{9D8B030D-6E8A-4147-A177-3AD203B41FA5}">
                      <a16:colId xmlns:a16="http://schemas.microsoft.com/office/drawing/2014/main" val="3289082037"/>
                    </a:ext>
                  </a:extLst>
                </a:gridCol>
                <a:gridCol w="1792525">
                  <a:extLst>
                    <a:ext uri="{9D8B030D-6E8A-4147-A177-3AD203B41FA5}">
                      <a16:colId xmlns:a16="http://schemas.microsoft.com/office/drawing/2014/main" val="2368607709"/>
                    </a:ext>
                  </a:extLst>
                </a:gridCol>
                <a:gridCol w="627699">
                  <a:extLst>
                    <a:ext uri="{9D8B030D-6E8A-4147-A177-3AD203B41FA5}">
                      <a16:colId xmlns:a16="http://schemas.microsoft.com/office/drawing/2014/main" val="2807328003"/>
                    </a:ext>
                  </a:extLst>
                </a:gridCol>
                <a:gridCol w="627699">
                  <a:extLst>
                    <a:ext uri="{9D8B030D-6E8A-4147-A177-3AD203B41FA5}">
                      <a16:colId xmlns:a16="http://schemas.microsoft.com/office/drawing/2014/main" val="3544084851"/>
                    </a:ext>
                  </a:extLst>
                </a:gridCol>
                <a:gridCol w="627699">
                  <a:extLst>
                    <a:ext uri="{9D8B030D-6E8A-4147-A177-3AD203B41FA5}">
                      <a16:colId xmlns:a16="http://schemas.microsoft.com/office/drawing/2014/main" val="218451664"/>
                    </a:ext>
                  </a:extLst>
                </a:gridCol>
                <a:gridCol w="6276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729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업무명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700" b="0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고객사명</a:t>
                      </a:r>
                      <a:r>
                        <a:rPr lang="en-US" altLang="ko-KR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참여</a:t>
                      </a:r>
                      <a:br>
                        <a:rPr lang="en-US" altLang="ko-KR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기간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역할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근무회사</a:t>
                      </a:r>
                      <a:endParaRPr lang="ko-KR" altLang="en-US" sz="700" b="0" u="none" kern="0" spc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수행업무 </a:t>
                      </a:r>
                      <a:r>
                        <a:rPr lang="ko-KR" altLang="en-US" sz="700" b="0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상세내역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사용기술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153469"/>
                  </a:ext>
                </a:extLst>
              </a:tr>
              <a:tr h="181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①언 어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②</a:t>
                      </a:r>
                      <a:r>
                        <a:rPr lang="ko-KR" altLang="en-US" sz="700" b="0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프레임웍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③</a:t>
                      </a:r>
                      <a:r>
                        <a:rPr lang="ko-KR" altLang="en-US" sz="700" b="0" u="none" kern="0" spc="-7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인터페이스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④UI</a:t>
                      </a:r>
                      <a:r>
                        <a:rPr lang="en-US" altLang="ko-KR" sz="700" b="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Tool</a:t>
                      </a:r>
                      <a:endParaRPr lang="ko-KR" alt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59466"/>
                  </a:ext>
                </a:extLst>
              </a:tr>
              <a:tr h="181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⑤</a:t>
                      </a:r>
                      <a:r>
                        <a:rPr 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DBMS</a:t>
                      </a:r>
                      <a:endParaRPr 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⑥</a:t>
                      </a:r>
                      <a:r>
                        <a:rPr 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OS</a:t>
                      </a:r>
                      <a:endParaRPr 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⑦</a:t>
                      </a: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기타 </a:t>
                      </a:r>
                      <a:r>
                        <a:rPr 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Tool</a:t>
                      </a:r>
                      <a:endParaRPr lang="en-US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⑧</a:t>
                      </a:r>
                      <a:r>
                        <a:rPr lang="en-US" altLang="ko-KR" sz="700" b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WEB</a:t>
                      </a:r>
                      <a:r>
                        <a:rPr lang="en-US" altLang="ko-KR" sz="700" b="0" baseline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/WAS</a:t>
                      </a:r>
                      <a:endParaRPr lang="en-US" altLang="ko-KR" sz="700" b="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21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전력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IT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기반 </a:t>
                      </a:r>
                      <a:endParaRPr lang="en-US" altLang="ko-KR" sz="70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응용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SW </a:t>
                      </a:r>
                    </a:p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유지보수</a:t>
                      </a:r>
                      <a:endParaRPr lang="en-US" altLang="ko-KR" sz="70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한전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KDN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㈜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7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‘23.08~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‘23.12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(5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SM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주식회사</a:t>
                      </a:r>
                      <a:endParaRPr kumimoji="0" lang="en-US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0000</a:t>
                      </a: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개요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전력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IT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기반 응용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SW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유지보수 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 </a:t>
                      </a:r>
                      <a:r>
                        <a:rPr lang="ko-KR" alt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수행단계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전력 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IT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기반 플랫폼 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SM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데이터 등록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관리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오류 처리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배치 프로그램 관리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Java,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PHP, ASP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PL/SQL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Spring</a:t>
                      </a: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200245"/>
                  </a:ext>
                </a:extLst>
              </a:tr>
              <a:tr h="5187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Oracle,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MS-SQL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Unix</a:t>
                      </a: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Eclipse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(STS3)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9505"/>
                  </a:ext>
                </a:extLst>
              </a:tr>
              <a:tr h="518721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AI</a:t>
                      </a: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기반 인사평가</a:t>
                      </a: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시스템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협업솔루션</a:t>
                      </a: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그룹웨어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Front-End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개발</a:t>
                      </a: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정보통신산업</a:t>
                      </a: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진흥원</a:t>
                      </a: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)</a:t>
                      </a: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‘23.06~ ‘23.07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(2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개월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PG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주식회사</a:t>
                      </a:r>
                      <a:endParaRPr kumimoji="0" lang="en-US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0000</a:t>
                      </a: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개요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그룹웨어 솔루션 기술지원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 </a:t>
                      </a:r>
                      <a:r>
                        <a:rPr lang="ko-KR" alt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수행단계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그룹웨어 솔루션 개발 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화면 구조 설계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컴포넌트 개발</a:t>
                      </a:r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Dart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SpringBoot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Android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RESTful API</a:t>
                      </a: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(JSON)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931987"/>
                  </a:ext>
                </a:extLst>
              </a:tr>
              <a:tr h="5187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mairaDB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Window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Android</a:t>
                      </a:r>
                    </a:p>
                    <a:p>
                      <a:pPr algn="ctr">
                        <a:defRPr sz="1800"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Studio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  <a:sym typeface="나눔스퀘어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Sparrow</a:t>
                      </a: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03544"/>
                  </a:ext>
                </a:extLst>
              </a:tr>
              <a:tr h="518721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온라인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  <a:r>
                        <a:rPr lang="ko-KR" altLang="ko-KR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대출비교</a:t>
                      </a: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플랫폼 </a:t>
                      </a:r>
                      <a:r>
                        <a:rPr lang="ko-KR" altLang="ko-KR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이든든</a:t>
                      </a: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웹서비스</a:t>
                      </a: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개발 및 운영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ko-KR" sz="700" kern="12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주식회사 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0000)</a:t>
                      </a: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4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‘22.02~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‘22.11</a:t>
                      </a:r>
                    </a:p>
                    <a:p>
                      <a:pPr marL="0" marR="0" lvl="0" indent="0" algn="ctr" defTabSz="755934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(10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개월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PG</a:t>
                      </a:r>
                    </a:p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SM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주식회사</a:t>
                      </a:r>
                      <a:endParaRPr kumimoji="0" lang="en-US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0000</a:t>
                      </a: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개요</a:t>
                      </a: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온라인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대출비교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플랫폼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이든든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웹서비스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  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개발 및 운영</a:t>
                      </a: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수행단계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웹 플랫폼 서비스 개발 및 운용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화면 퍼블리싱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자바스크립트 기반 시스템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플로우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구동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 - API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연동 등 단위 테스트 기반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Java,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Javascript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node.js 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RESTful API</a:t>
                      </a: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(JSON)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956298"/>
                  </a:ext>
                </a:extLst>
              </a:tr>
              <a:tr h="51872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MySQL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Unix</a:t>
                      </a: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Visual Studio,</a:t>
                      </a:r>
                    </a:p>
                    <a:p>
                      <a:pPr algn="ctr">
                        <a:defRPr sz="1800"/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Sparrow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863857"/>
                  </a:ext>
                </a:extLst>
              </a:tr>
              <a:tr h="518721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블록체인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AOS </a:t>
                      </a: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어플리케이션 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R&amp;D </a:t>
                      </a: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연구 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기획 및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  <a:r>
                        <a:rPr lang="ko-KR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개발</a:t>
                      </a: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㈜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000)</a:t>
                      </a: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‘21.11~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‘22.01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(3</a:t>
                      </a: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PG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주식회사</a:t>
                      </a:r>
                      <a:endParaRPr kumimoji="0" lang="en-US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0000</a:t>
                      </a: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개요</a:t>
                      </a: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-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블록체인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AOS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어플리케이션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R&amp;D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연구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 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기획 및 개발</a:t>
                      </a: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수행단계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indent="0" algn="l">
                        <a:buFontTx/>
                        <a:buNone/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AOS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기획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indent="0" algn="l">
                        <a:buFontTx/>
                        <a:buNone/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화면 구현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indent="0" algn="l">
                        <a:buFontTx/>
                        <a:buNone/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 -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코틀린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기반 시스템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플로우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구동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Kotilin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altLang="ko-KR" sz="700" kern="1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Android</a:t>
                      </a: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RESTful API</a:t>
                      </a:r>
                    </a:p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(JSON)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988342"/>
                  </a:ext>
                </a:extLst>
              </a:tr>
              <a:tr h="51872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MySQL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Android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Studio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spc="-8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8032"/>
                  </a:ext>
                </a:extLst>
              </a:tr>
              <a:tr h="518721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블록체인</a:t>
                      </a: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마켓플레이스</a:t>
                      </a: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700" kern="1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프론트엔드</a:t>
                      </a: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 개발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(㈜000)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21.06~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‘21.10</a:t>
                      </a:r>
                    </a:p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(5</a:t>
                      </a:r>
                      <a:r>
                        <a:rPr lang="ko-KR" altLang="en-US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75593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PG</a:t>
                      </a: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주식회사</a:t>
                      </a:r>
                      <a:endParaRPr kumimoji="0" lang="en-US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/>
                        </a:rPr>
                        <a:t>0000</a:t>
                      </a: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개요</a:t>
                      </a: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블록체인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마켓플레이스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프론트엔드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개발</a:t>
                      </a: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수행단계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블록체인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기반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R&amp;D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연구 개발     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UI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설계 및 화면 퍼블리싱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자바스크립트 기반 시스템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플로우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구동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버튼 이벤트에 따른 데이터 삽입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수정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>
                        <a:defRPr sz="7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 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기능 구현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spc="-8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JavaScript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spc="-8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React/node.js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084345"/>
                  </a:ext>
                </a:extLst>
              </a:tr>
              <a:tr h="51872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spc="-8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Mysql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altLang="ko-KR" sz="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Window</a:t>
                      </a: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 spc="-8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vsCode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700" spc="-8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나눔스퀘어"/>
                          <a:sym typeface="나눔스퀘어"/>
                        </a:rPr>
                        <a:t>-</a:t>
                      </a: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34530"/>
                  </a:ext>
                </a:extLst>
              </a:tr>
              <a:tr h="800499">
                <a:tc>
                  <a:txBody>
                    <a:bodyPr/>
                    <a:lstStyle/>
                    <a:p>
                      <a:pPr marL="0" marR="0" lvl="0" indent="0" algn="ctr" defTabSz="75593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특이사항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u="none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610" marR="45610" marT="12610" marB="126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5934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610" marR="45610" marT="12610" marB="126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u="none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610" marR="45610" marT="12610" marB="126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u="none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610" marR="45610" marT="12610" marB="126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u="none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610" marR="45610" marT="12610" marB="126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u="none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610" marR="45610" marT="12610" marB="126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940066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E51D0A-49CC-840C-E1A9-49E66BE03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438" y="987899"/>
            <a:ext cx="6205124" cy="320203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스킬 </a:t>
            </a:r>
            <a:r>
              <a:rPr lang="ko-KR" altLang="en-US" dirty="0" err="1">
                <a:solidFill>
                  <a:schemeClr val="tx1"/>
                </a:solidFill>
              </a:rPr>
              <a:t>인벤토리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887C267-DF02-1B96-998D-E00E9F4097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78575" y="8705850"/>
            <a:ext cx="479425" cy="255588"/>
          </a:xfrm>
        </p:spPr>
        <p:txBody>
          <a:bodyPr/>
          <a:lstStyle/>
          <a:p>
            <a:pPr defTabSz="391009"/>
            <a:fld id="{C02ED335-5A59-4D6F-A406-C6344CFEEA99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나눔스퀘어"/>
                <a:ea typeface="나눔스퀘어"/>
              </a:rPr>
              <a:pPr defTabSz="391009"/>
              <a:t>4</a:t>
            </a:fld>
            <a:endParaRPr lang="ko-KR" altLang="en-US">
              <a:solidFill>
                <a:prstClr val="black">
                  <a:tint val="75000"/>
                </a:prstClr>
              </a:solidFill>
              <a:latin typeface="나눔스퀘어"/>
              <a:ea typeface="나눔스퀘어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EF26FA-845E-362D-9CDD-00C423E97AA4}"/>
              </a:ext>
            </a:extLst>
          </p:cNvPr>
          <p:cNvSpPr/>
          <p:nvPr/>
        </p:nvSpPr>
        <p:spPr>
          <a:xfrm>
            <a:off x="2317200" y="2102465"/>
            <a:ext cx="1743075" cy="5253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1B7D6-A1E4-2311-BED6-8D78979095B2}"/>
              </a:ext>
            </a:extLst>
          </p:cNvPr>
          <p:cNvSpPr txBox="1"/>
          <p:nvPr/>
        </p:nvSpPr>
        <p:spPr>
          <a:xfrm>
            <a:off x="2424590" y="1907704"/>
            <a:ext cx="165248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dirty="0">
                <a:solidFill>
                  <a:srgbClr val="FF0000"/>
                </a:solidFill>
              </a:rPr>
              <a:t>&gt;</a:t>
            </a:r>
            <a:r>
              <a:rPr lang="ko-KR" altLang="en-US" sz="675" dirty="0">
                <a:solidFill>
                  <a:srgbClr val="FF0000"/>
                </a:solidFill>
              </a:rPr>
              <a:t>상세내역 </a:t>
            </a:r>
            <a:r>
              <a:rPr lang="ko-KR" altLang="en-US" sz="675" dirty="0" err="1">
                <a:solidFill>
                  <a:srgbClr val="FF0000"/>
                </a:solidFill>
              </a:rPr>
              <a:t>작성할때</a:t>
            </a:r>
            <a:r>
              <a:rPr lang="ko-KR" altLang="en-US" sz="675" dirty="0">
                <a:solidFill>
                  <a:srgbClr val="FF0000"/>
                </a:solidFill>
              </a:rPr>
              <a:t> 참고바랍니다</a:t>
            </a:r>
            <a:r>
              <a:rPr lang="en-US" altLang="ko-KR" sz="675" dirty="0">
                <a:solidFill>
                  <a:srgbClr val="FF0000"/>
                </a:solidFill>
              </a:rPr>
              <a:t>. </a:t>
            </a:r>
            <a:endParaRPr lang="ko-KR" altLang="en-US" sz="675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55CBB-340E-9715-1ED1-E2B2E4F61D90}"/>
              </a:ext>
            </a:extLst>
          </p:cNvPr>
          <p:cNvSpPr txBox="1"/>
          <p:nvPr/>
        </p:nvSpPr>
        <p:spPr>
          <a:xfrm>
            <a:off x="1158804" y="7343352"/>
            <a:ext cx="54726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40000"/>
              </a:lnSpc>
            </a:pP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주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1)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사업명 및 고객사 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사업명 가급적 정확히 작성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추후 경력사항 사실확인을 위해 추가 자료를 요청 할 수 있음</a:t>
            </a:r>
          </a:p>
          <a:p>
            <a:pPr algn="just" fontAlgn="base">
              <a:lnSpc>
                <a:spcPct val="140000"/>
              </a:lnSpc>
            </a:pP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주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2)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수행업무 상세내역 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시스템 개요 및 설명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해당 사업에 투입되어 수행한 업무 및 개발 주요 기능에 대해 상세히 작성 </a:t>
            </a:r>
            <a:endParaRPr lang="en-US" altLang="ko-KR" sz="750" b="1" kern="0" dirty="0">
              <a:solidFill>
                <a:srgbClr val="FF0000"/>
              </a:solidFill>
              <a:latin typeface="+mn-ea"/>
            </a:endParaRPr>
          </a:p>
          <a:p>
            <a:pPr algn="just" fontAlgn="base">
              <a:lnSpc>
                <a:spcPct val="140000"/>
              </a:lnSpc>
            </a:pP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*역할 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: PM/PL(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중간관리자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), PG(</a:t>
            </a:r>
            <a:r>
              <a:rPr lang="ko-KR" altLang="en-US" sz="750" b="1" kern="0" dirty="0" err="1">
                <a:solidFill>
                  <a:srgbClr val="FF0000"/>
                </a:solidFill>
                <a:latin typeface="+mn-ea"/>
              </a:rPr>
              <a:t>응용프로그래머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디자인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), SM(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유지보수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), DBA(DB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관리자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), SP(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시스템운영자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), OP(</a:t>
            </a:r>
            <a:r>
              <a:rPr lang="ko-KR" altLang="en-US" sz="750" b="1" kern="0" dirty="0">
                <a:solidFill>
                  <a:srgbClr val="FF0000"/>
                </a:solidFill>
                <a:latin typeface="+mn-ea"/>
              </a:rPr>
              <a:t>전산실 운영</a:t>
            </a:r>
            <a:r>
              <a:rPr lang="en-US" altLang="ko-KR" sz="750" b="1" kern="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750" b="1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4581128" y="944523"/>
            <a:ext cx="2088232" cy="570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예시 입니다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40135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E51D0A-49CC-840C-E1A9-49E66BE03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438" y="987899"/>
            <a:ext cx="6205124" cy="320203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스킬 인벤토리 </a:t>
            </a:r>
            <a:r>
              <a:rPr lang="en-US" altLang="ko-KR" dirty="0">
                <a:solidFill>
                  <a:schemeClr val="tx1"/>
                </a:solidFill>
              </a:rPr>
              <a:t>1/3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887C267-DF02-1B96-998D-E00E9F4097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78575" y="8705850"/>
            <a:ext cx="479425" cy="255588"/>
          </a:xfrm>
        </p:spPr>
        <p:txBody>
          <a:bodyPr/>
          <a:lstStyle/>
          <a:p>
            <a:pPr defTabSz="391009"/>
            <a:fld id="{C02ED335-5A59-4D6F-A406-C6344CFEEA99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나눔스퀘어"/>
                <a:ea typeface="나눔스퀘어"/>
              </a:rPr>
              <a:pPr defTabSz="391009"/>
              <a:t>5</a:t>
            </a:fld>
            <a:endParaRPr lang="ko-KR" altLang="en-US">
              <a:solidFill>
                <a:prstClr val="black">
                  <a:tint val="75000"/>
                </a:prstClr>
              </a:solidFill>
              <a:latin typeface="나눔스퀘어"/>
              <a:ea typeface="나눔스퀘어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8E79B7F-A2C7-25ED-D801-8203C97B7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01186"/>
              </p:ext>
            </p:extLst>
          </p:nvPr>
        </p:nvGraphicFramePr>
        <p:xfrm>
          <a:off x="188638" y="1691680"/>
          <a:ext cx="6552732" cy="6578865"/>
        </p:xfrm>
        <a:graphic>
          <a:graphicData uri="http://schemas.openxmlformats.org/drawingml/2006/table">
            <a:tbl>
              <a:tblPr/>
              <a:tblGrid>
                <a:gridCol w="769319">
                  <a:extLst>
                    <a:ext uri="{9D8B030D-6E8A-4147-A177-3AD203B41FA5}">
                      <a16:colId xmlns:a16="http://schemas.microsoft.com/office/drawing/2014/main" val="1170975285"/>
                    </a:ext>
                  </a:extLst>
                </a:gridCol>
                <a:gridCol w="382811">
                  <a:extLst>
                    <a:ext uri="{9D8B030D-6E8A-4147-A177-3AD203B41FA5}">
                      <a16:colId xmlns:a16="http://schemas.microsoft.com/office/drawing/2014/main" val="192259756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46462169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28908203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686077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807328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354408485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1845166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7086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업무명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고객사명</a:t>
                      </a:r>
                      <a: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참여</a:t>
                      </a:r>
                      <a:b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기간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역할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근무회사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수행업무 </a:t>
                      </a: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상세내역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사용기술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1534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①언어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버전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②</a:t>
                      </a:r>
                      <a:r>
                        <a:rPr lang="ko-KR" altLang="en-US" sz="65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프레임웍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③인터페이스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④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테스트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⑤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형상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빌드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⑥</a:t>
                      </a:r>
                      <a:r>
                        <a:rPr lang="ko-KR" altLang="en-US" sz="65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프론트엔드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5946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⑦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DBMS</a:t>
                      </a: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⑧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UI Tool</a:t>
                      </a:r>
                      <a:endParaRPr lang="ko-KR" altLang="en-US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⑨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개발 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Tool</a:t>
                      </a: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⑩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OS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⑪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보안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⑫</a:t>
                      </a:r>
                      <a:r>
                        <a:rPr lang="en-US" altLang="ko-KR" sz="65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WEB</a:t>
                      </a:r>
                      <a:r>
                        <a:rPr lang="en-US" altLang="ko-KR" sz="650" baseline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/WAS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20024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9505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93198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03544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956298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863857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988342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8032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08434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34530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702679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160508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4581128" y="944523"/>
            <a:ext cx="2088232" cy="570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최신 </a:t>
            </a:r>
            <a:r>
              <a:rPr lang="ko-KR" altLang="en-US" sz="1500" dirty="0" err="1"/>
              <a:t>경력순으로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pPr algn="ctr"/>
            <a:r>
              <a:rPr lang="ko-KR" altLang="en-US" sz="1500" dirty="0"/>
              <a:t>작성 요청 드립니다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40141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E51D0A-49CC-840C-E1A9-49E66BE03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438" y="987899"/>
            <a:ext cx="6205124" cy="320203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스킬 인벤토리 </a:t>
            </a:r>
            <a:r>
              <a:rPr lang="en-US" altLang="ko-KR" dirty="0">
                <a:solidFill>
                  <a:schemeClr val="tx1"/>
                </a:solidFill>
              </a:rPr>
              <a:t>2/3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887C267-DF02-1B96-998D-E00E9F4097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78575" y="8705850"/>
            <a:ext cx="479425" cy="255588"/>
          </a:xfrm>
        </p:spPr>
        <p:txBody>
          <a:bodyPr/>
          <a:lstStyle/>
          <a:p>
            <a:pPr defTabSz="391009"/>
            <a:fld id="{C02ED335-5A59-4D6F-A406-C6344CFEEA99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나눔스퀘어"/>
                <a:ea typeface="나눔스퀘어"/>
              </a:rPr>
              <a:pPr defTabSz="391009"/>
              <a:t>6</a:t>
            </a:fld>
            <a:endParaRPr lang="ko-KR" altLang="en-US">
              <a:solidFill>
                <a:prstClr val="black">
                  <a:tint val="75000"/>
                </a:prstClr>
              </a:solidFill>
              <a:latin typeface="나눔스퀘어"/>
              <a:ea typeface="나눔스퀘어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E79B7F-A2C7-25ED-D801-8203C97B7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031032"/>
              </p:ext>
            </p:extLst>
          </p:nvPr>
        </p:nvGraphicFramePr>
        <p:xfrm>
          <a:off x="188638" y="1691680"/>
          <a:ext cx="6552732" cy="6578865"/>
        </p:xfrm>
        <a:graphic>
          <a:graphicData uri="http://schemas.openxmlformats.org/drawingml/2006/table">
            <a:tbl>
              <a:tblPr/>
              <a:tblGrid>
                <a:gridCol w="769319">
                  <a:extLst>
                    <a:ext uri="{9D8B030D-6E8A-4147-A177-3AD203B41FA5}">
                      <a16:colId xmlns:a16="http://schemas.microsoft.com/office/drawing/2014/main" val="1170975285"/>
                    </a:ext>
                  </a:extLst>
                </a:gridCol>
                <a:gridCol w="382811">
                  <a:extLst>
                    <a:ext uri="{9D8B030D-6E8A-4147-A177-3AD203B41FA5}">
                      <a16:colId xmlns:a16="http://schemas.microsoft.com/office/drawing/2014/main" val="192259756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46462169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28908203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686077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807328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354408485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1845166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7086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업무명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고객사명</a:t>
                      </a:r>
                      <a: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참여</a:t>
                      </a:r>
                      <a:b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기간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역할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근무회사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수행업무 </a:t>
                      </a: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상세내역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사용기술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1534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①언어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버전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②</a:t>
                      </a:r>
                      <a:r>
                        <a:rPr lang="ko-KR" altLang="en-US" sz="65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프레임웍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③인터페이스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④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테스트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⑤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형상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빌드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⑥</a:t>
                      </a:r>
                      <a:r>
                        <a:rPr lang="ko-KR" altLang="en-US" sz="65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프론트엔드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5946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⑦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DBMS</a:t>
                      </a: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⑧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UI Tool</a:t>
                      </a:r>
                      <a:endParaRPr lang="ko-KR" altLang="en-US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⑨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개발 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Tool</a:t>
                      </a: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⑩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OS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⑪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보안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⑫</a:t>
                      </a:r>
                      <a:r>
                        <a:rPr lang="en-US" altLang="ko-KR" sz="65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WEB</a:t>
                      </a:r>
                      <a:r>
                        <a:rPr lang="en-US" altLang="ko-KR" sz="650" baseline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/WAS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20024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9505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93198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03544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956298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863857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988342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8032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08434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34530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664219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997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83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E51D0A-49CC-840C-E1A9-49E66BE03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438" y="987899"/>
            <a:ext cx="6205124" cy="320203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스킬 인벤토리 </a:t>
            </a:r>
            <a:r>
              <a:rPr lang="en-US" altLang="ko-KR" dirty="0">
                <a:solidFill>
                  <a:schemeClr val="tx1"/>
                </a:solidFill>
              </a:rPr>
              <a:t>3/3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887C267-DF02-1B96-998D-E00E9F4097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378575" y="8705850"/>
            <a:ext cx="479425" cy="255588"/>
          </a:xfrm>
        </p:spPr>
        <p:txBody>
          <a:bodyPr/>
          <a:lstStyle/>
          <a:p>
            <a:pPr defTabSz="391009"/>
            <a:fld id="{C02ED335-5A59-4D6F-A406-C6344CFEEA99}" type="slidenum">
              <a:rPr lang="ko-KR" altLang="en-US">
                <a:solidFill>
                  <a:prstClr val="black">
                    <a:tint val="75000"/>
                  </a:prstClr>
                </a:solidFill>
                <a:latin typeface="나눔스퀘어"/>
                <a:ea typeface="나눔스퀘어"/>
              </a:rPr>
              <a:pPr defTabSz="391009"/>
              <a:t>7</a:t>
            </a:fld>
            <a:endParaRPr lang="ko-KR" altLang="en-US">
              <a:solidFill>
                <a:prstClr val="black">
                  <a:tint val="75000"/>
                </a:prstClr>
              </a:solidFill>
              <a:latin typeface="나눔스퀘어"/>
              <a:ea typeface="나눔스퀘어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성명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E79B7F-A2C7-25ED-D801-8203C97B74B5}"/>
              </a:ext>
            </a:extLst>
          </p:cNvPr>
          <p:cNvGraphicFramePr>
            <a:graphicFrameLocks noGrp="1"/>
          </p:cNvGraphicFramePr>
          <p:nvPr/>
        </p:nvGraphicFramePr>
        <p:xfrm>
          <a:off x="188638" y="1691680"/>
          <a:ext cx="6552732" cy="6578865"/>
        </p:xfrm>
        <a:graphic>
          <a:graphicData uri="http://schemas.openxmlformats.org/drawingml/2006/table">
            <a:tbl>
              <a:tblPr/>
              <a:tblGrid>
                <a:gridCol w="769319">
                  <a:extLst>
                    <a:ext uri="{9D8B030D-6E8A-4147-A177-3AD203B41FA5}">
                      <a16:colId xmlns:a16="http://schemas.microsoft.com/office/drawing/2014/main" val="1170975285"/>
                    </a:ext>
                  </a:extLst>
                </a:gridCol>
                <a:gridCol w="382811">
                  <a:extLst>
                    <a:ext uri="{9D8B030D-6E8A-4147-A177-3AD203B41FA5}">
                      <a16:colId xmlns:a16="http://schemas.microsoft.com/office/drawing/2014/main" val="192259756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46462169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28908203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686077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807328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354408485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1845166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7086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업무명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고객사명</a:t>
                      </a:r>
                      <a: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참여</a:t>
                      </a:r>
                      <a:br>
                        <a:rPr lang="en-US" altLang="ko-KR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기간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역할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근무회사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수행업무 </a:t>
                      </a: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상세내역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사용기술</a:t>
                      </a: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u="none" kern="0" spc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1534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①언어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버전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②</a:t>
                      </a:r>
                      <a:r>
                        <a:rPr lang="ko-KR" altLang="en-US" sz="65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프레임웍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③인터페이스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④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테스트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⑤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형상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빌드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⑥</a:t>
                      </a:r>
                      <a:r>
                        <a:rPr lang="ko-KR" altLang="en-US" sz="650" b="1" u="none" kern="0" spc="0" dirty="0" err="1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프론트엔드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5946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⑦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DBMS</a:t>
                      </a: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⑧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UI Tool</a:t>
                      </a:r>
                      <a:endParaRPr lang="ko-KR" altLang="en-US" sz="650" b="1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FF"/>
                          </a:solidFill>
                        </a:u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⑨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개발 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Tool</a:t>
                      </a:r>
                    </a:p>
                  </a:txBody>
                  <a:tcPr marL="2934" marR="2934" marT="2934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⑩</a:t>
                      </a: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OS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나눔스퀘어"/>
                        </a:rPr>
                        <a:t>⑪</a:t>
                      </a:r>
                      <a:r>
                        <a:rPr lang="ko-KR" altLang="en-US" sz="650" b="1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FF"/>
                            </a:solidFill>
                          </a:u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보안</a:t>
                      </a: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1" u="none" kern="0" spc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⑫</a:t>
                      </a:r>
                      <a:r>
                        <a:rPr lang="en-US" altLang="ko-KR" sz="65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WEB</a:t>
                      </a:r>
                      <a:r>
                        <a:rPr lang="en-US" altLang="ko-KR" sz="650" baseline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나눔스퀘어"/>
                          <a:sym typeface="나눔스퀘어"/>
                        </a:rPr>
                        <a:t>/WAS</a:t>
                      </a:r>
                      <a:endParaRPr lang="en-US" altLang="ko-KR" sz="650" b="1" u="none" kern="0" spc="0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9007" marR="39007" marT="10784" marB="1078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20024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9505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93198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03544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en-US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kern="1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956298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863857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latin typeface="나눔스퀘어"/>
                          <a:ea typeface="나눔스퀘어"/>
                          <a:cs typeface="나눔스퀘어"/>
                          <a:sym typeface="나눔스퀘어"/>
                        </a:defRPr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988342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8032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084345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34530"/>
                  </a:ext>
                </a:extLst>
              </a:tr>
              <a:tr h="504000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‘~’</a:t>
                      </a: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개월</a:t>
                      </a:r>
                      <a:r>
                        <a:rPr lang="en-US" altLang="ko-KR" sz="700" kern="10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700" kern="10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55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 개요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수행단계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-</a:t>
                      </a:r>
                    </a:p>
                  </a:txBody>
                  <a:tcPr marL="78203" marR="78203" marT="39101" marB="391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664219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Times New Roman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932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altLang="ko-KR" sz="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700" spc="-8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나눔스퀘어"/>
                        <a:sym typeface="나눔스퀘어"/>
                      </a:endParaRPr>
                    </a:p>
                  </a:txBody>
                  <a:tcPr marL="2509" marR="2509" marT="2509" marB="25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997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058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1082</Words>
  <Application>Microsoft Office PowerPoint</Application>
  <PresentationFormat>화면 슬라이드 쇼(4:3)</PresentationFormat>
  <Paragraphs>450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나눔명조</vt:lpstr>
      <vt:lpstr>나눔스퀘어</vt:lpstr>
      <vt:lpstr>나눔스퀘어 Bold</vt:lpstr>
      <vt:lpstr>나눔스퀘어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한기섭</dc:creator>
  <cp:lastModifiedBy>probe</cp:lastModifiedBy>
  <cp:revision>56</cp:revision>
  <dcterms:created xsi:type="dcterms:W3CDTF">2023-11-15T08:23:56Z</dcterms:created>
  <dcterms:modified xsi:type="dcterms:W3CDTF">2024-10-04T06:17:25Z</dcterms:modified>
</cp:coreProperties>
</file>